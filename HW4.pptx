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341" r:id="rId2"/>
    <p:sldId id="330" r:id="rId3"/>
    <p:sldId id="331" r:id="rId4"/>
    <p:sldId id="326" r:id="rId5"/>
    <p:sldId id="327" r:id="rId6"/>
    <p:sldId id="328" r:id="rId7"/>
    <p:sldId id="329" r:id="rId8"/>
    <p:sldId id="337" r:id="rId9"/>
    <p:sldId id="338" r:id="rId10"/>
    <p:sldId id="339" r:id="rId11"/>
    <p:sldId id="340" r:id="rId12"/>
    <p:sldId id="332" r:id="rId13"/>
    <p:sldId id="333" r:id="rId14"/>
    <p:sldId id="336" r:id="rId15"/>
    <p:sldId id="335" r:id="rId16"/>
    <p:sldId id="334" r:id="rId17"/>
    <p:sldId id="32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85"/>
    <p:restoredTop sz="86152"/>
  </p:normalViewPr>
  <p:slideViewPr>
    <p:cSldViewPr snapToGrid="0" snapToObjects="1">
      <p:cViewPr>
        <p:scale>
          <a:sx n="101" d="100"/>
          <a:sy n="101" d="100"/>
        </p:scale>
        <p:origin x="2776" y="4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BEC5EA-31A5-144D-BAF8-7CBDDD85856A}" type="datetimeFigureOut">
              <a:rPr lang="en-US" smtClean="0"/>
              <a:t>4/30/18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E82D99-A4C0-B748-9DCC-7B20BC8C217E}" type="slidenum">
              <a:rPr lang="en-US" smtClean="0"/>
              <a:t>‹#›</a:t>
            </a:fld>
            <a:endParaRPr lang="en-US"/>
          </a:p>
        </p:txBody>
      </p:sp>
    </p:spTree>
    <p:extLst>
      <p:ext uri="{BB962C8B-B14F-4D97-AF65-F5344CB8AC3E}">
        <p14:creationId xmlns:p14="http://schemas.microsoft.com/office/powerpoint/2010/main" val="188220785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3:54.896"/>
    </inkml:context>
    <inkml:brush xml:id="br0">
      <inkml:brushProperty name="width" value="0.04536" units="cm"/>
      <inkml:brushProperty name="height" value="0.04536" units="cm"/>
    </inkml:brush>
  </inkml:definitions>
  <inkml:trace contextRef="#ctx0" brushRef="#br0">-4541 374 9287,'-3'-3'0,"1"0"0,1-2 0,1-1 0,0 0 0,-1 1 574,-1-1 1,-2 2 0,1 1 0,0-1 0,-1 0 0,0 0 0,-1 1-296,-1 0 1,2-2 0,-4 2 0,2-1-1,0 1 1,-1 0-170,-1-1 0,1 3 1,1-3-1,0 2-14,-2 1 1,2-2 0,-2 1-1,0 1-63,1 0 1,-2 1-1,0 0 1,1 0-73,-2 0 0,1 0 0,0 1 0,0 0 68,1 1 0,0 2 0,-1-2 0,1 1 5,1-1 0,-1 2 1,0-1-8,-1 0 1,3 1 0,-3 1 0,2 1 0,-1 1 15,2 1 0,-3 0 0,2-1 0,0 1-33,1 1 1,-2-2 0,1 2 0,0 0 0,1-1-1,0 0 0,0 1 0,1-1 0,-1 0 33,1 0 0,0 2 0,0 0 0,1 0 3,0 2 1,-1 1 0,0 0-21,1-1 1,0 1 0,1-1 0,1 2 5,-1 0 1,1-1 0,1 0 0,-1-1-23,1-1 0,0 1 1,1 0-1,0 2-56,0-2 1,0 1-1,1-1 1,0 1 14,1 0 1,2 0 0,0 0-1,1 0 1,0-1-16,1-1 1,0 0 0,1 0-1,1 1-52,-1-1 1,-1 0-1,1-1 1,1-2-1,1 1-17,-1 0 0,2-2 0,-1 2 0,2-1-24,0-1 1,-1 1-1,1 0 16,0-2 1,4 1-1,0-2 35,-1 1 0,2 0 1,-1-1-1,0 0 1,0-1 0,-1-1 0,2-2 40,-1 1 1,-1 0-1,2-2 1,-2 0-1,1-1 23,-1 0 1,-1-1-1,1-1-27,0 1 0,2-3 0,-2 2 0,1-1 0,0 1-17,-2-2 0,1-2 0,-1 0 0,0-1 50,-1 0 1,-2 1 0,0-1 0,-1-1 31,0 0 0,-1 0 0,-1-2 0,1-1 92,-1 1 1,-3-1-1,0-1-108,0-2 0,1-1 0,-1-1 0,-1-2 0,0 0 91,-2-1 1,1 0 0,0-2 0,-1 0 49,0 2 0,-1 1 0,0-1-12,0 1 0,0 0 1,-1 2-1,0-1 69,-1 1 1,-2 0-1,0 4 1,-3 0-1,-1 1-37,-1 1 0,2 2 0,-2 0 0,-2 1 0,-1 1-122,-1 1 0,-2 0 0,1 1 0,0 1-66,1 0 1,-2 1-1,1-1 1,0 0 0,0 2-521,2 1 1,0-2-242,1 1 0,1 0 1,2 2-1,0 0-883,1 0 0,0 0 0,2 0 0</inkml:trace>
  <inkml:trace contextRef="#ctx0" brushRef="#br0" timeOffset="4547">-4625 565 9806,'-5'2'0,"1"2"1208,2 1 0,1 1-1007,-1 2 0,1-1 0,-1 2 0,2 1 0,0 1 1,0 1-107,0 1 0,-2 1 1,0 2-1,1 0-205,0-1 0,1-3 1,0 1-1,0-1 1,0-1-239,0-2 0,0 1 0,1-2-1166,1-1 0,-1-4 0,3-1 1028,0-1 1,1-6-1,1-1 1</inkml:trace>
  <inkml:trace contextRef="#ctx0" brushRef="#br0" timeOffset="1671">-3152 424 8355,'0'-5'-531,"0"-1"1203,0 1 0,-2-1-455,1 0 1,-1 1-1,2-1 1,0 1-1,-1-1 1,0 0 0,-2 1-1,1-1 108,-1 0 0,-1 1 0,0 1 0,-1 0 0,0 1 0,-2-1 280,0 0 1,0 0-463,-2-1 1,0 1 0,-1 0 0,0 1-9,0-1 1,0 0 0,0 2 0,1-1 0,-1 1-3,-1 0 0,0 2 0,1 0-96,0 0 0,0 0 1,2 0-1,-1 0-11,-1 0 1,0 0-1,0 0 1,1 0 3,-1 2 0,1-1 0,0 3 1,-1-1-16,2 0 1,-3 0-1,2 1 1,0 0 18,0 0 0,0 1 0,-1 1 0,1 0-29,1 2 1,-1-2 0,0 1 0,1 0 26,0-2 1,-1 3 0,1-1 0,1 1 0,1-1 7,1 1 0,-1 0 0,0-1 1,1 2-10,-1 0 0,2 1 0,1 0 0,-2 0-35,0 2 1,1 1-1,1 0-5,1-1 1,-2 1 0,2-1 0,0 1-2,0 0 1,1-1 0,-1-1-1,2 1 1,0 0-23,0 1 1,0 1 0,0-3 18,0 0 1,0 1 0,0 0 0,0 1-79,0 0 0,0-1 1,2-1-1,2 0 1,1 1-110,1-1 0,-1-2 1,1 0-1,-1-1 72,1-1 1,2 1 0,0-1-1,0 1 58,2 0 0,1-2 0,0 2 0,1-2 5,-1 0 1,1-1 0,0-1 28,1 0 0,1-1 0,-1 1 0,0 0 0,0 0-40,1-1 0,-1 2 0,2-2 16,-2 0 1,0 2 0,-1-1 0,2 1-1,-2 0-87,0-1 0,-1 2 0,0 0 44,1 0 1,-3-1 0,0-2 0,0 2 0,-1 0 10,2 0 0,-1-1 0,0-1 50,1 0 0,-1-1 0,0-2 0,0 0 0,-1 0-3,2 0 1,1 0-1,0-1 38,-2-1 0,2-1 0,-2-3 1,2 0-1,1-1 47,-1 0 1,3-4 0,-4 1 85,3-3 1,-2-1-1,-2 2 1,1-2-3,-2 0 0,2-1 0,-1-2 0,-1 0 0,0 0 2,-1 0 1,-1-1-1,0-1 51,-1 1 1,0 0 0,0 0 0,-2-1 0,-1 1 19,-1 0 0,0 1 0,-1 1 0,0-1-35,0 0 0,-1 0 0,0 0 0,-3 0-62,-1 1 0,-1-1 0,-1 2 0,-1 0 0,-1 2 0,-1 0 0,1 2 0,0 1 0,-1 1 0,0 1 0,0 2-2,0 1 1,1 1-1,-2 2 1,2 1-421,1 0 1,2 1-1,-1 0 1,-1 0 89,1 0 1,4 1-2227,1 1 0,-1 1 1,-1 3-1</inkml:trace>
  <inkml:trace contextRef="#ctx0" brushRef="#br0" timeOffset="9656">-3365 559 10286,'-6'2'0,"0"0"0,1 0 0,1 0 0,1-1 0,1-1 0,3-2 0,1-1 974,1-1 1,3 1 0,-1-1 0,2 1-861,2 0 1,-1 2 0,1-1-1,1 2 1,0 2 0,0 1 0,-1 1 53,-1 0 1,-1 1-208,-1 3 1,0-1 0,-1-1 0,-2-1 0,-1 2 0,-1 0 54,-1 0 1,0 0 0,-1-1 39,-1 0 1,-1-1-1,-2-1 1,-1-1 15,0 0 1,0 1 0,-1-1 0,0 1 0,0 0-36,1 0 0,0 1-9,0 1 1,1-1 0,2 1 0,1 0 29,1-1 0,1 1 1,0-1-31,0 1 1,1-1-1,1-1 1,2-1 0,2 0-87,2-2 1,2 0 7,-1-1 1,4 0-1,0 0 1,1-1 0,0 0-573,1-1 1,-3 0-1,1 2 1,-1 1 0,0 1-1,-1 2-983,0 3 1,0 4-1,1 4 1</inkml:trace>
  <inkml:trace contextRef="#ctx0" brushRef="#br0" timeOffset="14997">-4400 273 8224,'-4'-2'352,"0"0"-64,3 0 527,-4 2-774,2 0 0,1-2 0,2-2 0,2-1 0,2-1 1,0 1-1,0-1 53,1 0 1,1 1 0,-1-1 0,1 0 0,0 1-51,2-1 0,-1 0 1,1-1-1,1 0 5,0 0 0,0 0 0,3 1 0,1-1 19,0 0 1,0-1 0,1 3 0,0-1-71,0 0 0,4 3 0,-1-1-2,-2-1 1,3 2 0,-1 0 0,0 1 18,1 0 0,-1 2 1,-1 0-1,2 0 36,1 0 0,0 2 0,0 0 0,0 1 4,-1-1 1,1 2 0,-1-2-1,0 1 29,1-1 0,-2 2 1,-2-1-1,1-1-21,2 1 1,-2-1 0,0-2 0,1 2-5,-1-1 1,0 1-1,-1-2 1,-1 1-40,0 1 0,-4-2 0,1 3 1,-1-1 43,-1 0 0,-1 2 1,-3-1-3,1 0 0,-2 2 0,0-1 1,-1 1-51,0 1 0,1-1 0,-3-1 30,1 0 0,0 0-82,-2 1 252,0-2-120,0 0 0,0-3 24,0 2-141,0-1 1,0 2-43,0-1 1,0-1-52,0 3 180,2-3-79,-1 2 1,1-3 16,-2 2 0,1-1-7,1 1 0,-1-2 0,2-2-14,0-2 1,1-2-4,0-1 0,-1-2 0,1-2 0,0-1 1,1 0-52,1-2 1,-1-3 0,1 0 0,0-1-98,-1 1 1,0 1 0,0 1 18,-2 2 0,0 2 0,2 3-50,-1 0 0,-3 1-80,3 3 0,-3 2 0,1 5 0,-2 2 246,-2 1 1,1 4 110,-3 0 1,1 1 0,-3 2 0,0 0 0,1 1 223,-1 0 0,0 2 0,-1-1 19,0 1 1,-3 1 0,0-1 0,0 0-30,-2-1 1,1 0-1,-1 1 1,0-1-219,-2-2 0,2-3 1,2-2-1,1-1-206,1-2 0,1-2 1,1 0-955,0-1 0,3 0 0,-1-4-93,2-2 0,3-4 0,2 0 0</inkml:trace>
  <inkml:trace contextRef="#ctx0" brushRef="#br0" timeOffset="3088">-1712 447 9601,'3'-3'701,"-3"-2"1,3 2 0,-3-3-503,0 0 0,-1 3 0,0-1 0,-2 0 10,0-1 0,1-1 0,-1 0 0,-2 1 0,0-1-19,0 1 1,-1 1 0,0 0-168,-2 0 1,0-1-1,-2-1 1,1 1-1,-1 1 53,-1 0 0,0 2 1,0-1-1,-1 0-53,1 0 1,2 1 0,-1-1-1,0 0 12,0 2 1,-1-2 0,1 2 0,1-1-6,1 2 1,-2 0 0,1 0 10,-2 0 1,1 0 0,0 0 0,0 0-41,0 0 1,0 2-1,-2 0 1,1 1 38,0-1 0,0 2 0,0 0 0,1 1-20,1 1 1,-1-1-1,0 1-7,0 0 0,0-1 0,2 2 0,0-1 0,-1 3 0,1-1 1,-1 0-1,1 1 0,0 2 0,-1 1 0,1 1 0,0-1 0,-1 1 45,0 0 1,2-1-30,-3 3 0,3-2-4,0 2 0,1 0 1,-1 0-1,0 0 0,0 0 20,0 0 0,1 1-20,0-1 0,1 0 0,1 1 0,1-2 0,0 1-13,-1-1 1,3-1 0,-1 0-1,2 0-3,0 1 1,0-1 0,0-2 0,0 0-123,2 0 1,1 1-1,3-2 1,0 0-1,0 0 43,1 0 0,0-2 0,3 1 1,-1 0-13,0-1 0,1 0 0,0 1 0,0-1-25,2 1 0,0-2 1,0 1 34,-1 0 0,-1-1 1,1 1-1,0-1-26,0 1 0,1-1 0,-1-1 0,0-1 0,0 0-39,1-1 0,1 1 0,0-2 48,-1 0 1,0 2-1,-1-3 1,1 1-1,-1 0-101,0 0 0,0-2 1,1 1 109,-1-1 0,0-1 1,1-2-1,1-1 101,0-2 1,2-5 0,0 1 0,0-2 0,0 0-58,0 0 0,1-2 1,0-1-1,-1 0 84,0 1 0,0-2 0,-1 1 117,0 2 0,-1-2 0,-2 1 0,0-2 1,1 0 226,-1 1 0,-2-2 0,0 0-185,-1-2 0,1 0 0,-2-1 1,-1 0 1,-2 1 1,-2-2 0,1 0-1,0-2 1,-2 1 56,0-1 0,-2-3 1,0 2-166,-1 0 1,-2 2 0,0 2 0,1 1 0,-1 2-259,0 2 0,-3 0 0,-1 4 0,1 1-571,-1 4 0,1 0 0,-3 3 0,0 0-1286,0 2 1,-2 2 0,1 1 0</inkml:trace>
  <inkml:trace contextRef="#ctx0" brushRef="#br0" timeOffset="10410">-1903 599 8355,'-6'-3'0,"1"3"270,-1-2 1,0-1 45,1 1 1,-1 0 27,1 2 0,1 0 1,0-1-1,0-1 1,-1 0 462,-1-1 1,3 2-754,1-3 1,4 3-1,2-1 1,1 1 0,1 0 87,1-1 0,2 0 1,2 2-1,1 0-166,-1 0 1,0 0 0,0 0-1,1 1-137,-1 0 0,0 2 1,-2 1 53,-2 0 0,-1 0 0,-2 1 0,-2 1 106,-2 0 1,0-1-1,0 1 1,-2 0 22,-2 2 0,-3-2 1,-1 1-1,0 0 0,-1-2 1,0 0-143,-1-1 0,2 1 1,-1-2-1,1 0-163,1-1 1,3 1 0,0-1 0,3 1-1,1 2 71,3 0 1,2 0 0,1 0 0,0-1 80,-1 0 1,0 0 0,-1 2-1,-2-1 1189,1 1 0,-2-1 1,0 2-776,-2 0 0,-3 0 0,-1 2 0,-1 1 0,-1-1-239,-1 1 0,-1-4 0,1 2 0,-1-2-211,-1 0 0,2-1 0,0 0 1,0-1-1820,1-2 0,-1-1 0,3-1 1</inkml:trace>
  <inkml:trace contextRef="#ctx0" brushRef="#br0" timeOffset="37711">-86 428 8355,'-6'0'-489,"1"0"705,-1 0 1,3 0-1,4 0 310,4 0 1,1-1 0,4-1 0,1 0 45,2 2 0,3 0 0,0 0 0,4 0-301,2 0 0,0 0 0,6 0 0,1 0 0,2 0 29,1 0 0,2 0-299,1 0 0,0 0 0,0 0 1,0 0-1,-2 0 0,-2 0-388,-3 0 1,2 0 0,-5 0-1,-1 0-535,-2 0 0,-6 0 1,0 0-1,-3 0-1377,-3 0 1897,-2 0 1,-3 2-1,-2 1 1</inkml:trace>
  <inkml:trace contextRef="#ctx0" brushRef="#br0" timeOffset="38177">223 575 8355,'-3'3'287,"1"2"0,-2-1 0,0 2 1,1 3-1,1-1 0,-1 3-40,0 1 0,1 1 0,0 2 61,-1 1 1,3 0 0,-3 1 0,1 0 0,0-1-234,1-1 0,1 0 0,0-3 0,2-2-231,2-1 1,-1-3 0,1-2 0,0-2-151,1-1 1,0-3 0,-1-1 0,0-5-158,1-2 1,-3-2 0,0-1 314,-1-2 1,-1 1 0,0-1 0,0 2 106,0 0 0,-5 2 0,-1 1 0,-2 1 0,0 1 426,-1 1 0,-1 1 1,-3 3-1,0 1 548,1 1 0,-2 2 0,1 3 0,0 2-615,2 2 1,-1 4 0,1 3 0,1 1-1,0 1-12,0 0 1,3 0 0,0 0-222,3-1 0,2 1 1,2 0-1,0-2 0,0-1-244,0-2 1,5 0-1,2-5 1,3 0-466,1-3 1,1-2-1,1-2-1287,2 0 1,2-2-1,1-2 1190,1-1 1,2-5 0,-1-2 0</inkml:trace>
  <inkml:trace contextRef="#ctx0" brushRef="#br0" timeOffset="39851">386 580 8355,'-6'4'0,"1"0"738,2 0 0,0 1-312,3 1 0,0-1 0,0 1 0,1 0 0,3-1-196,4 1 0,2-3 0,1-1 0,3-1 0,1-1-860,1 0 0,3-1 0,0 0 1,1-2-873,1 0 1,0 2 1037,0-1 0,1-1 0,-2 0 1</inkml:trace>
  <inkml:trace contextRef="#ctx0" brushRef="#br0" timeOffset="39547">420 653 8355,'-1'4'1382,"-1"-3"0,2 1-1064,-2 0 1,1 1-1,1 2 1,-1 2 0,0 0-1,-1 2 1,1 3 0,0 1-37,1 2 1,0 3 0,-1 1 0,-1 1-336,0 2 1,2-3 0,0 0 0,0-2-571,0-2 1,0-2-1,0-2-735,0-2 0,2-3 0,2-5 629,1-2 1,1-7-1,-1-4 1</inkml:trace>
  <inkml:trace contextRef="#ctx0" brushRef="#br0" timeOffset="40253">723 434 12138,'6'0'0,"-1"1"344,1 1 0,0 1 0,1 2-611,1 1 0,2-2 1,-1-1-1,2 1-747,0-1 0,0 2 1,0-3-1,-1-1 852,-1-1-376,0 0 0,0 0 0,-1 0 0</inkml:trace>
  <inkml:trace contextRef="#ctx0" brushRef="#br0" timeOffset="40254">734 479 8355,'0'6'-704,"0"-1"425,0 1 1,1 1 656,1 1 0,1-1 0,3-1 0,2 0 353,1-1 0,4 0 1,3-1-1821,2-2 0,1-1 367,3-1 0,-1 0 0,4 0 0</inkml:trace>
  <inkml:trace contextRef="#ctx0" brushRef="#br0" timeOffset="36253">178 1 11988,'-5'2'0,"1"2"0,2 1 0,2 1 0,0 1 0,0 1 0,0 1 0,0 1 0,0 1 0,0 0 0,0 1 0,0 1 0,0 1 404,0 1 1,0 1 0,0-2 0,0 1 0,0-2 0,0-1-574,0-1 0,0-2 0,0-2-460,0 0 1,0-5 356,0-2 1,0-5-1,0-4 229,0-2 1,0 0-1,-1 0 1,-1 1 179,-2 1 0,-1 0 0,-1-1 0,-1 2 256,-3 2 1,0-1 0,-2 6-1,1-1-129,0 2 1,0 3 0,0 2 0,0 4-110,2 2 1,-1 1 0,2 0-1,1 2 1,1 0 23,0-1 1,3 3-1,1-2 1,2 1-113,0-2 0,0 1 0,0-2 1,2-1-310,2-1 1,3-3-1,3-1-353,0-2 0,2-2 0,1-1 0,1-2-494,0-3 1,1-4 0,1-1 0,-1-2 385,-2 0 23,-1 2 0,-1-4 0,1 1 1</inkml:trace>
  <inkml:trace contextRef="#ctx0" brushRef="#br0" timeOffset="36862">363 63 8355,'-1'-4'928,"-1"0"-108,-3 3 1,4-1-1,-2 4 1,0 2-542,2 1 1,1-1 0,0 1 0,-1 1 0,0 1-59,-1 1 0,-1 1 0,1 3-140,-1 1 0,-2 0 1,-2 2-1,1 0-88,-2 2 0,1-1 0,1 1 0,1-2-212,1-2 1,0-3-1,2-1-435,1-1 272,0-3 1,1-4 0,1-5 0,1-4-1,1-4 2,2-3 0,1-2 0,0-1 0,1-3 208,1-1 1,-1 0-1,-1-1 1,-1 1 160,1 2 0,0 0 0,-1 4 1,1 2 201,-1 2 1,-1 4 0,0 3 282,0 1 1,-1 2 0,-1 4 0,0 3-75,0 4 1,1 1 0,-2 6-1,1 3-234,-1 0 1,1 2 0,0 1 0,0 0-78,1-1 1,-1 0 0,3-3 0,-2-2-103,2-2 0,2-5 0,0-2 0,1-2 128,0-4 0,-2-2 0,1-4 1,0-5 168,1-3 0,-2-3 0,1-2 0,0-1-314,-2-1 1,1 1-1,-1-1 1,-1 0-254,-2 0 0,0 2 0,0 0 0,-1 2 157,0 1 0,-1 3 1,2 1-1,0 2-4048,-1 3 3063,-1 3 0,0 1 0,0 2 0</inkml:trace>
  <inkml:trace contextRef="#ctx0" brushRef="#br0" timeOffset="37146">605 215 8355,'-5'5'1006,"1"1"-692,-1 2 0,2 1 237,-2 2 1,-1 1 0,1 1 0,1 1-1,1 1-360,0 0 1,1-4 0,2 0-1,0-1-1501,0-1 1,0-1-1091,0-2 0,3-3 2310,0-1 0,5-2 0,1 0 0</inkml:trace>
  <inkml:trace contextRef="#ctx0" brushRef="#br0" timeOffset="41533">1195 496 8355,'-3'9'338,"1"-1"-1,2-1 1,0 1 0,0 1 0,0-1 0,0-1 0,3-1 874,3-1 1,2-1 0,3-3-1121,3 0 0,0-1 1,3-1-1,0 0 1,1-1-1,1-1 1,-1-2-1,-1 0 1,-1 0-1781,-1-1 1,-3 2 166,1 0 1,-1 3 0,-1-1 0</inkml:trace>
  <inkml:trace contextRef="#ctx0" brushRef="#br0" timeOffset="41238">1437 457 10323,'6'0'404,"-1"-3"0,1-1 0,0-1-305,-1-3 1,-2-1 0,0-2 0,-1 0 24,0 0 0,-1-1 0,-1-1 1,-2 1 25,-2 1 0,-1 1 0,-1 1 28,-2 1 0,2 1 1,-4 1-1,1 2 1,-1 2-40,1 1 0,0 0 0,-1 2 0,2 1-61,0 1 1,-2 5 0,3 1 0,0 2 0,1 1 103,2 1 0,-1 1 0,2 4 0,0 0 26,-1 3 1,3 3 0,-1 1-238,1 3 1,1-4-1,0 3 1,0-2-302,0 0 0,3-5 1,0-2-1,2-3-215,1-3 1,0-2 0,-1-5 0,1 0-427,-1-1 1,-1-2 0,-1-2 0,0-2-1255,-2-2 2068,0-1 0,-1-5 0,0-2 1</inkml:trace>
  <inkml:trace contextRef="#ctx0" brushRef="#br0" timeOffset="41846">1735 181 8763,'-7'0'290,"-1"0"0,-2 2 1,1 3-1,-1 2 345,-1 2 1,3 2 0,-3 1 0,1 1-218,1 2 0,0 1 1,2 1-1,0 0-274,0 2 1,1 1 0,0 2-150,0-1 0,3 0 1,0-2-1,0 1 0,2 0 52,0-2 1,1 1 0,1-5 0,0 1-1085,1-2 0,3-1 0,0-2 0,2 0-178,0-3 0,1 0 0,1-2 1</inkml:trace>
  <inkml:trace contextRef="#ctx0" brushRef="#br0" timeOffset="42363">1853 423 8355,'-2'-4'1014,"0"0"1,1 0-930,0-1 1,1-1 0,0 1 106,0-1 1,0 1 0,-2 1-1,-2 1 116,-1 0 0,-3 1 0,-1 2 1,0 0 88,0 0 0,-1 1 0,-1 1 0,-1 3-130,-1 2 1,1 4 0,-1-1 0,1 4-146,1 0 1,2 1 0,2 2 0,0 0-93,2 0 1,0-3 0,1-1 0,2-1-122,2-1 0,0-2 1,0-2-352,2 0 1,1-4 0,3-1 0,2-2 0,1-2-299,2-2 1,0-4 0,0-3 0,1-1 434,-1-1 0,0 1 0,0 1 0,0 0 0,-1 0-43,-1 2 1,-1 1 0,1 3 580,-1 1 1,-1 2 0,-1 2 323,-1 2 1,0 2-1,-1 3 1,-2 2 79,-1 0 1,1 2 0,-1 0 0,0 2 0,-2 1-323,0-1 1,-4 3 0,0-1 0,-3 1-195,-1 1 0,0 0 0,-2-1-263,-1-1 1,1 1 0,0-3 0,0-1-1,-1 0-1183,1-3 1,2-1-1,0-4-412,1 0 1,1-4 1292,1 0 1,0-5 0,1-3 0</inkml:trace>
  <inkml:trace contextRef="#ctx0" brushRef="#br0" timeOffset="43122">2157 215 14695,'-6'0'0,"0"2"0,1 2 0,-1 1 0,0 1 0,0 2 0,-1 1 0,-1 2 0,0 2 0,-1 2 0,1 2 0,-2 0 0,1 1 0,0 2 0,1-1 0,1 0 0,1 0 0,0 0 0,1 0 1080,2-1 0,-2-3-1278,3 0 0,0-1 1,3 0-1,0-1 1,2-2-1,1-1 0,1-2 1,3-2-1,0-2 1,2-2-1,1-2 0,1-2-1990,1-4 1,1-4 0,3-5 0</inkml:trace>
  <inkml:trace contextRef="#ctx0" brushRef="#br0" timeOffset="43726">2252 271 8355,'3'-3'1276,"-3"0"1,3 4 0,-3 1-768,0 2 0,-1 1 1,-1 2-1,-1 1-174,0 1 0,-3 1 1,1 3-1,-1 2-205,-1 1 0,-2 1 1,0 1-1,-1 0-131,0 1 1,1 0 0,3-2-1,-1 1 28,2-2 1,-1-3 0,3-1-584,0-2 0,0-4 1,3 2-266,0-2 0,1-3 0,1-4 1,2-4 313,1-4 0,1-2 0,1-3 0,0-2 361,0-2 0,0-1 0,0 0 0,0 0 16,0-1 1,0 4-1,-1 0 1,1 1 573,-2 3 1,-1 2-1,2 3-1,-1 3 0,-1 2 0,-1 2 1,0 2-5,-2 2 0,1 3 1,0 3-1,-1 3-86,0 2 0,-1 1 1,1 2-260,1 0 1,-2 0 0,3 1-1,-1-3 1,0-1-14,1-1 1,1-5 0,2-2 0,-1-1-21,1-2 0,-1-2 0,2-4 0,-1-3 95,2-4 1,-1-1 0,0-5 0,0-1-190,0 0 0,1-1 1,-3-1-1,-1 1-411,0 0 0,-2 4 0,1 0 1,-1 1-1,-1 2 0,0 0 1,0 3-1234,1 1 0,-2 0 0,3 0 0</inkml:trace>
  <inkml:trace contextRef="#ctx0" brushRef="#br0" timeOffset="44146">2415 513 8355,'-2'-4'-598,"0"0"0,1 2 1658,1-1 1,0 1-1,2 1-224,2 0 1,1 1 0,0 0-591,1 0 1,2 2-1,-1 0 1,0 1-61,-1 2 0,0 0 0,-1 0 0,0 1-12,-1 0 0,1 0 0,-3 1 0,1 0-45,-1 0 1,0-1 0,-3 0 0,-1 0-140,-1 2 1,-4-2-1,-1 2-77,-1 0 1,0-1 0,-3 2 0,1 0 109,0-1 1,1-1 0,2 1-1,0-2-74,1 0 0,0-1 1,2 1-1,1 0 0,1-1 19,0 1 1,2-2-1,1-1 1,0 2 36,2 0 0,1 0 1,3-1-1,0-1 0,1 0-17,0-2 0,3 1-64,0 0 0,0 0 0,2-4 0,0 0 0,0-2-487,1-2 1,0 0 0,-2-4 0,1 0-1728,-1 0 0,0-2 1741,0 1 1,1-3-1,-1 0 1</inkml:trace>
  <inkml:trace contextRef="#ctx0" brushRef="#br0" timeOffset="44440">2612 142 8355,'-4'0'977,"1"0"1,1 2-379,3 2 0,-1 1 0,4 2 0,1 1 0,0 2 0,2 1 0,1 2-130,-2 2 1,3 0-1,-2 2-182,0 2 0,-1-1 0,-1 2 0,-1 0 1,-2 0-44,1 1 1,-3 0 0,2 1-1,-4-2-219,-1 2 0,-2-1 0,-1 0 0,-1-1-417,-1-1 1,-2 2 0,1-3 0,0-2-471,0-2 1,2-1 0,0-1-3607,3-4 3449,1-1 1,3-4-1,0 0 1</inkml:trace>
  <inkml:trace contextRef="#ctx0" brushRef="#br0" timeOffset="45462">2837 12 8355,'0'6'432,"0"-1"0,-2 1 1,0 0-1,1 0 1,0 1 43,1 3 0,2 2 1,1 2-1,0 0 0,2 3 1,1 0-1,1 3-130,0 2 1,-1 0-1,0 4 1,-1 1 44,-1 1 1,0-2 0,-2 1 0,-1 1-187,0 1 0,-4-1 0,-1 1 0,-2-1-183,-2-2 1,-2-4-1,1 1 1,-2 0-439,0-2 0,2-2 0,0-1 0,0-2 0,1-4-923,0-2 0,2-2 703,3-5 1,4-1-853,1-4 0,7-6 0,3-4 1</inkml:trace>
  <inkml:trace contextRef="#ctx0" brushRef="#br0" timeOffset="46111">3112 361 8355,'-5'0'219,"-1"0"0,2 0 0,0 0 3014,0 0-2786,2 0 0,0 2 0,5 2 0,4-1 0,1 0-284,4 0 1,1-1 0,3 0-1,2 0 1,0-1 0,1 0-1,1 0 1,1 1 0,-1-1-1,-1 0-218,-1-1 1,-1 1 0,-2 0-159,-2 1 0,-1 0 1,-1-2-1,0 0-555,-2 0 1,-3 0-3588,-2 0 3485,-3 0 1,-1-3-1,-3 0 1</inkml:trace>
  <inkml:trace contextRef="#ctx0" brushRef="#br0" timeOffset="46937">3731 288 8355,'-1'-4'620,"-1"0"0,1 2 1,0-1 571,0-2 0,1 2-453,0-1 1,0 4-553,0 0 0,-3 4 1,0 4-1,-2 2 1,-1 1 9,0 1 0,1 3 0,-1-1-63,-2 1 0,2 0 0,-2 1 1,1 1-37,0 0 1,1 2 0,-2 0 0,2-1 0,0-1 67,1-2 1,2 0-1,1-3-793,1-2 0,1-2 1,0-1 217,0-1 0,3-4 0,0-4 0,2-4-23,1-4 1,1-5 0,2-2 0,-1-3 221,2-2 0,1-2 0,0-1 0,0 0 0,1-1 43,-1 1 0,-2-1 1,0-1 406,-1 2 0,0 2 1,-3 6-1,1 3 1,0 2-54,-1 3 0,-1 4 0,-1 5 0,-1 6 0,0 4 33,-2 2 0,0 6 0,0-1 0,1 3 101,1 4 1,-2-4-1,2 3 1,0 0-130,-1 1 1,1 0 0,1-3 0,2-3-71,0-3 0,1-1 0,1-3 0,0-3 17,0-2 1,1-3 0,1-3 0,-1-3 79,2-3 0,0-4 0,0-5-105,0-1 1,-1-3 0,2 0 0,-1-2-306,-1 0 1,-2 0 0,0 0 0,0 0 0,-2 0 177,1 1 0,-2-1 0,-1 3-1219,-1 2 0,0 2 0,-2 5-559,0 1 0,0 4 0,0 2 1</inkml:trace>
  <inkml:trace contextRef="#ctx0" brushRef="#br0" timeOffset="69911">4068 507 9459,'-2'-6'0,"0"1"1051,-2 1-711,3 2 1,-3 3-1,2 0 1,0 4-1,0 2 1,0 2-1,0 2-55,0 2 0,1 2 0,-1 4 1,0-1-1,0 0-642,1 0 1,-2-3 0,1-1 0,1 0-360,1-2 0,0 2 0,0-3 0,0 0-221,0 0 1,0-1 330,0 2 0,0-1 0,0 0 1</inkml:trace>
  <inkml:trace contextRef="#ctx0" brushRef="#br0" timeOffset="17423">-2892 312 8556,'-5'0'67,"2"0"0,0 0 1,4-2-1,0-2 1,1-1-1,2-1 1,1 0-1,1-1 1,2 0 23,1 0 1,0-1 0,3 0 0,1-1 0,2-1 0,1 0 0,1 0 12,0 0 0,2 3 1,0-2-1,1 1-46,2 1 1,-2 1 0,0 0 0,2 1-44,2 1 0,0 0 0,1 2 0,0 1 1,0 0-128,0 1 1,-2 1 139,1 1 0,1 0 0,-2 3 0,0-2-136,-1 2 0,0 0 0,-3 0 0,-1 0 213,-3-1 1,1 1-1,-3-1 1,-1 1 0,-2 0-1,-2-1 14,0 0 0,-2 0 1,2 1-39,-2-1 0,-2 0 0,-1-2 10,-1 2 0,0-3 0,-1 3-109,1-2-137,-2 0 248,3-2-4013,-3 0 3479,0-2 0,-3-2 0,0-1 0</inkml:trace>
  <inkml:trace contextRef="#ctx0" brushRef="#br0" timeOffset="17940">-2053 200 8073,'-3'0'531,"0"0"0,3-1 0,0-1 0,0-2 0,0-1 0,0-2-86,0-1 1,1-2-450,1 1 0,-2 0 0,2 0 1,-1-1-1,-1-1 22,0 0 0,0 0 1,-1 0-1,0 2 15,-1 1 0,-2 2 1,2 1-205,-1 1-64,2 2 1,-2 2 0,3 2 0,0 2 0,0 1 95,0 0 1,0 3 0,1 0-1,0 1 1,1 1 0,0 0 28,0-1 1,-1 2-1,1 0 1,-2 2-1,0-1 105,0 0 0,0-1 1,-3 1-1,-2 1 434,-2 0 1,-3 2 0,-2-1-1,-2 0-71,-2 2 0,-1-3 0,0 1 1,1-3-136,1-2 0,-2 1 0,3-4 0,0-2-480,1-1 1,1-1-1,3-2 1,1-2-812,2-2 0,1-1-110,1-1 0,2 1 0,2-1 0</inkml:trace>
  <inkml:trace contextRef="#ctx0" brushRef="#br0" timeOffset="16515">-4321 1061 8355,'-6'0'0,"3"1"-162,-1 1 0,2-1 0,-1 3 0,0 0 555,0-1 0,-1 2 0,0-2-188,0 0 1,3 2-1,-1-1 1,1 1-54,-1 0 0,1 2 0,0-1 0,0 3-75,1-1 1,0 2 0,0 2 0,0 0-152,0 1 1,1 2-1,0-2 36,1 0 1,1-3 0,-1-1 0,0-1 0,0-1 127,0-1-145,2-3 0,-3-1 0,1-4 192,-2-2 0,2-4 0,0-3 0,-1-4-160,0-3 0,-1 0 0,0-1 0,0 0 0,0 0 48,0-1 1,0 2 0,0-1 0,0 1-51,0 1 1,2 1-1,0 1 1,2 2 70,0 1 0,1 3 0,1 2 0,-1 1 101,1 2 0,-1 0 1,2 2-93,0 1 0,0 1 0,2 1 0,1 2-196,1 0 0,0 0 1,1 1-1,-1-1 0,0 0 62,0-2 0,2 0 0,1-1-1924,1 0 1315,-3-3 0,4-2 0,-1-4 1</inkml:trace>
  <inkml:trace contextRef="#ctx0" brushRef="#br0" timeOffset="15990">-3646 909 8523,'-2'4'-114,"-2"0"1,1-2 0,0 1 14,0 2 0,-1-2 0,2 1 0,-1-1 0,-1 1 0,0 0 0,1 0 0,-2-1 512,0 1 0,-1 0 0,-1 2 0,-1-1 0,0 1 0,-1-1-249,0 1 0,2 0 0,-2-1 0,0-1 0,1 0 0,-2 0 0,1 1 0,-1-1 0,0 0 1,0-1-1,-1 1 187,-1 0 1,1-1 0,-1 2 0,0-2-237,-1 2 1,-3-1 0,3 0 0,-1 0-46,0-2 1,-1 2-1,0-2 1,-1 1-77,1-1 1,-1 1-1,1-2 40,1 1 1,-2 0-1,3 0 1,-2 0-19,0 1 0,1 0 0,1 2 0,0-2 0,1 0 16,1 0 0,-3-1 0,3 1 1,0 0-25,1-2 1,2 0-1,-2-1 1,2 0-11,0 0 0,2-1 1,-2 0-1,2-2 12,0 0 0,1 0 1,-1-1-1,1 2-41,1-1 1,-1 3-1,2-3-49,0 1 0,0 1-1546,1-1 449,1 1 0,0 1 448,2 0 1,1 0 566,1 0 0,1 0 456,-1-2 194,0 1 0,-3-2 1,-1 2-396,-1-1 1,1 0-703,-3 2 1,3 0-210,-1-2 1,1 0 424,-1-1 0,1-1 0,-1-2 1</inkml:trace>
  <inkml:trace contextRef="#ctx0" brushRef="#br0" timeOffset="19431">-2987 1060 7764,'-2'-3'118,"1"1"1,-3 1 0,1 0 458,0-1 0,0 1 0,-1 3-418,2 1 1,0 2 0,0 2 0,0 0 1,0 0 0,0 3 0,-1-1 1,1 2-1,1 0 122,0 1 0,-1-1 0,0 0-368,1 0 0,0-1 1,1-1-1,0-1 0,0-1-59,0-1 1,1-1 0,0-1-73,1 0 0,0-3 123,-2-1 0,2-4 0,0-3 0,0-3 13,0-3 0,-1-1 0,2-2 1,0 0 14,-2 1 0,2 0 0,-1-1 186,-1 1 1,-1 2 0,0 3-1,0 3-94,0 1 0,1 2 133,1 3 0,-1 0 0,3 2-153,0 0 1,0 1-1,1 1 1,1 0-1,1-1 1,1 1 0,1-2-1,0 0 1,1-1-1,0-1 1,1 0-756,2-1 0,1-2 1,2 0-409,-1-1 670,2-1 0,1-2 0,1-1 1</inkml:trace>
  <inkml:trace contextRef="#ctx0" brushRef="#br0" timeOffset="18754">-2317 1027 8523,'-3'2'37,"-2"1"1,2 3 0,-1 0-1,1-1 1,0 0 0,0 0-1,-2-2 1,0 0 0,0 0 190,-1 1 0,0-1 0,0 1 1,-1-1-1,-2-1 916,0 1-978,-2 1 0,3-3 0,-4 2 0,1 1 0,-2-2 0,-1 1 1,0 0-1,-2-1 0,0 0 0,-1 0 0,0 0 65,-2 2 0,1-3 0,-2 1 0,0 0 0,0 0 0,1-1-93,1 0 1,2-1-153,-1 0 1,3-1-1,-3 0-27,1-1 0,1-2 0,1 1 0,0-1 89,-1 0 0,3 2 0,-2-1 1,1 1-15,0 0 0,0 0 0,1 0 0,1 1-20,0 0 1,0-1 0,0 0-1,2 1-71,1-2 1,0 0 0,0-3-152,2 1 0,1-1 0,2 0 0,1 1-625,0-1 0,2-1 0,0-1 1,2 1-820,-1 1 876,4 0 1,0 1 0,4-1 0</inkml:trace>
  <inkml:trace contextRef="#ctx0" brushRef="#br0" timeOffset="71181">352 2671 8477,'0'6'713,"0"-3"0,2-1 0,0-4-483,-1-2 1,2-1 0,-1-1 38,-1-2 0,0 1 0,-1-1 0,0-1 1,0 1-1,-1 0 0,-1 1 0,-2 1 0,-1 1 93,0 1 1,-3 1 0,0 3-370,-1 0 0,0 0 1,-2 1-1,0 1 0,0 3-100,1 2 0,0 1 1,1-1 60,0 1 1,-1 1 0,3-1 0,0 0 0,1 0-3,0-1 0,2 1 0,1 0 0,0-1-32,0-1 0,2 0 0,-1-1-62,1 1 0,2 1 1,1 1-1,1-1-160,2-1 0,2-2 0,0 0 1,3-1 17,0 0 1,4 0 0,0-3 0,2 0 219,1 0 0,-3 0 0,2 0 0,-2 0 103,-1 0 1,-4 0 0,-1 1 0,-2 0 505,0 3 0,-3 1 0,-1 1 0,-2 2-98,-2 1 1,-3 2 0,-3 0 0,-1 1-232,-1 1 1,1-1 0,0 1 0,-1-1-316,-1-1 1,0 0 0,0-1-1,2-1-627,1-1 1,1-3-1,0-2 1,4 0-1,1-2-1677,5-3 0,4-3 2133,2-5 1,4-3-1,2-1 1</inkml:trace>
  <inkml:trace contextRef="#ctx0" brushRef="#br0" timeOffset="71624">476 2750 8347,'3'2'2058,"-1"2"-1046,-2 1 1,0 1-1,0-1-810,0 1 1,0 0 0,0 2 0,0 1-104,-2 1 0,1 2 0,-1-1 0,0 0 0,0-1-19,1-1 0,0-2 0,1 0-2416,0 0 1,0-3-840,0-2 2823,0-5 0,2-11 0,2-4 0</inkml:trace>
  <inkml:trace contextRef="#ctx0" brushRef="#br0" timeOffset="71625">537 2485 8355,'-3'3'-97,"-1"0"1,1 3-1,1-1 1,-1 2-463,2 0 0,-2 2 0,0 2 1</inkml:trace>
  <inkml:trace contextRef="#ctx0" brushRef="#br0" timeOffset="72511">633 2750 9650,'-3'2'49,"0"-1"0,3 3 0,0 1 1,0 0-1,0 3 533,0 1 0,0 2 0,0 0 0,0 1-350,-2 1 1,1-1 0,-1 3 0,1-2-7,-1 0 1,2-3 0,-2-1-70,1-1-274,-1-3 1,1-3 0,0-5 0,1-2-193,2-4 0,3-2 0,-2-2 0,2-1 82,1 0 0,0 1 0,-1 0 0,1 1 0,-1 1 64,1 0 1,2 1-1,-1 1 1,0 3 360,-1 1 1,2-1 0,-1 5-1,0-1-75,-1 2 1,-2 0-1,0 2 1,0 2 106,-1 1 1,0 1 0,-2 1-1,1 1 101,-1 1 0,0 0 1,-1 2-1,-1 1-208,-1-1 1,1 2 0,-2 1-165,0 0 1,1-1-1,1-1 1,-1-1-169,1-2 0,-2-2 0,1-1-65,1-3 1,3-4 0,1-7-1,1-2-562,2-2 1,-1-3 0,4-1 136,-1 1 0,2-1 584,-1 1 0,1 0 0,0 1 0,-1 3 0,1 3 0,-1 1 320,1 1 0,-4 1 1,2 1-1,-2 2-29,0 1 0,-2 2 1,-1 1-1,-1 2 718,-1 1 1,0 2 0,-1 1-606,0 1 1,0-2 0,0 3-1,-1 0-509,0 0 0,0 2 0,-2-2 1,2 0-925,-1 0 1,0-4-1,2 1-986,2-2 1847,1-3 1,6-4 0,-1-1 0</inkml:trace>
  <inkml:trace contextRef="#ctx0" brushRef="#br0" timeOffset="72512">976 2772 11347,'0'6'273,"0"-1"0,0 1 0,0 0 0,0-1-226,0 1 0,0 2 0,-1 1 0,0 2 74,-1 0 1,0 1 0,0 1 0,0 0 0,1-1-663,1-2 1,0-1 0,1-3 0,2-1-283,0-2 1,1-2-1,1-4 1,0-2-398,-1-4 1012,1-2 0,-2-5 0,3-1 1</inkml:trace>
  <inkml:trace contextRef="#ctx0" brushRef="#br0" timeOffset="72513">1038 2514 8404,'-3'5'0,"0"1"-668,1-1 1,-2 4-1,-1-1 1</inkml:trace>
  <inkml:trace contextRef="#ctx0" brushRef="#br0" timeOffset="72786">1189 2502 8355,'-5'0'1027,"2"1"-608,1 1 1,-1 0-1,1 3 1,1 2-110,-2 1 0,2 2 0,-2 3 0,0 3 0,-1 3 111,0 4 1,1 3-1,-1 1 1,0 2-399,1 1 0,-2-1 0,2-3 0,0-1-218,-1-2 1,3-4 0,-1-1 0,1-4-238,1-2 1,2 0 0,0-5 0,2-2-452,0-3 1,1-1-1,0-3 7,1-1 0,2-4 0,1-4 0</inkml:trace>
  <inkml:trace contextRef="#ctx0" brushRef="#br0" timeOffset="73323">1285 2823 8355,'0'8'574,"0"0"-366,0-2 0,0 0 0,1-1 0,1-1-166,1-3 0,2 0 1,1-2-1,0 0 31,-1-3 0,1-2 1,-1-1-1,1-1 0,0-1 117,-1-1 0,1 2 1,-1-1-1,-1 1-169,-3 1 1,0-1 0,-1 0 0,0 2 387,0-1 0,-2 2 0,-3 1 0,-1 1-42,-2 0 0,-1 1 0,1 2 0,0 1-182,0 1 1,-2 1 0,1 3-1,0-1-51,2 1 0,1 2 1,0 1-1,0 2 28,1 0 1,-1 3 0,0 1-59,1 1 0,1 2 0,1 0 0,0 2-216,2 0 0,1-2 1,0-4-1,0-2-221,2-4 1,3-1-1,3-4 1,1-2 0,1-4-462,1-5 1,0-5 0,2-3 0,0-3 105,0-1 0,0-2 0,0 0 1,0 2 369,-1 2 1,-2 1 0,0 3-1,-3 1 407,-1 3 1,-1 2-1,0 3 537,-1 1 0,-3 2 0,0 4 158,-2 2 0,0 2 0,-3 1-506,-1 2 1,2 2-1,0 0 1,0-1-262,0-1 0,0 1 0,-2 2 0,2 0-497,1-2 0,-2 0 1,2-1-1,1-1-344,0-2 1,4-3 0,1-1-1,1-2 358,0-2 1,3-4 0,1-2 0</inkml:trace>
  <inkml:trace contextRef="#ctx0" brushRef="#br0" timeOffset="73662">1510 2727 8490,'0'-5'0,"2"2"0,0 4 0,-1 3 0,-1 4 518,0 0 0,0 2 1,0 3-1,0 2 1,-1 0-1,-1 2 1,0 1-1,2 0 1,0 2-1,-1-2 0,0-1 1,-1-2 430,1-2-925,0-1 0,1-3 1,0-2-259,0-1 1,3-3 0,0-3 0,2-4-290,1-3 1,0-4 0,0-4 249,1-1 0,0-3 1,1 0-108,0-1 1,0 1 0,1 1 0,-1 1-1,-2 2 369,0 2 1,-1 2-1,1 1 430,0 3 0,-3 3 0,1 2-382,1 1 1,-2 4 0,0 1 0,2 1-504,0 0 1,0 1-843,1 0 1,0-1 0,-1 1 0</inkml:trace>
  <inkml:trace contextRef="#ctx0" brushRef="#br0" timeOffset="74496">2084 2772 8355,'-8'-5'1810,"1"1"-1443,-1-1 0,3 4 1,2-3 231,1 0 1,2 2 0,3 0-311,3 1 0,2 1 0,-1 0 0,2 1-86,2 1 0,2-1 0,0 3 0,0 0 0,-1 0 28,1 0 0,1 0 1,2-2-723,-1 0 1,0-2 0,1 0 0,0 0 0,-2 0-420,0-2 0,-1 0 1,-2-1-1,0 0-117,-2 0 0,2-1 0,-3-1 1</inkml:trace>
  <inkml:trace contextRef="#ctx0" brushRef="#br0" timeOffset="74187">2252 2665 8355,'-3'5'-498,"0"0"0,1-3 739,2-1 0,1-3-62,3-6 1,-1 0 0,1-4 0,-1 1 26,0 0 1,1 0 0,-3 0 0,1 1 148,-2 1 0,0 2 0,0-1 0,-2 3 330,-2 1 0,-1 2 0,-1 2-424,-2 2 1,1 4-1,-1 3 1,0 2-1,0 2-65,0 0 0,1 4 0,-2 0 0,1 1-89,1-1 0,2 2 0,0 0 0,2 1-174,1-1 1,0-1-1,2-2 1,0-2 0,0 0-384,0-2 1,2-2-1,2-1 1,1-1 0,1-2-1,1-1 1,1-3 0,-1-2-1766,-1 0 0,1 0 1347,-2-2 762,2-1 1,-4-3-1,3 0 1</inkml:trace>
  <inkml:trace contextRef="#ctx0" brushRef="#br0" timeOffset="75176">2415 2806 7520,'6'0'283,"0"0"1,-3 0 3,1 0 0,0-2 0,1-1 1,-1 0-43,0-1 0,-1-1 0,2-1 0,-2-1 0,0-1 0,-1 1 0,1-1 0,-2 1 263,0 0 1,-1 0-1,0 0-195,0 0 0,-3-1 0,-2 3 0,-3 2 22,-1 1 1,0 1 0,-2 1 0,1 1-139,1 1 0,0 1 0,-2 4 0,1 1 0,1 0-34,-1 1 0,1 1 1,2-1-1,1 1-189,0-1 0,3 2 0,1-2 0,2 1-296,0 0 0,0 0 0,0-2 0,2 0-162,2 0 1,3-2 0,3-3 0,0-1-541,1-1 0,3 0 0,-1-2 1,2 0-1890,0-3 2691,2-4 0,-3 0 0,0-4 1</inkml:trace>
  <inkml:trace contextRef="#ctx0" brushRef="#br0" timeOffset="75177">2556 2733 8355,'0'-6'1288,"0"3"-723,0 1-355,0-1 1,0 7 0,0 0 0,0 2 0,0 2-1,0 1 1,0 2 0,0 0 0,0 1 0,0 1 0,0 0-1,0-1 1835,0 0-2064,0-1 1,0-2 0,0-2 0,0 0-125,0-2 0,0-1 0,1-1 0,0-1-186,3-3 1,2-2 0,1-4 0,3-3 0,0-3 31,2-2 1,-3-1 0,0-1 0,1-1 253,1-1 1,0-1-1,-2 3 1,-1-1 279,0 2 0,-2 2 1,1 0-1,-2 3 524,-1 3 0,0 3-539,1 3 1,0 2 0,0 2 0,-2 3-216,2 2 1,-2 3-1,1-1-1135,3 0 0,-2 1 0,3-3-224,0 0 0,1 2 0,2 0 1</inkml:trace>
  <inkml:trace contextRef="#ctx0" brushRef="#br0" timeOffset="75813">3472 2615 8355,'0'-4'-1357,"0"0"2599,0 3-614,0-1 0,-1 2 0,-1 1 0,-1 2-127,0 2 0,-2 5 0,1 0 0,-1 2-289,0 1 0,-1 2 1,1-1-1,1 0 1,0 1-201,0-1 0,-1 1 0,2-2 1,-2-1 0,1 1 0,1-2 0,-1-1 120,0-1 1,1-2-296,1 1 1,1-5 0,0-1-190,1-4 0,0-5 1,4-5-1,2-2-27,1-4 1,2-3-1,-1-3 1,1-1 270,1 0 0,-1 2 0,-1-1 0,0 2 0,0 3 148,0 2 1,-4 4 86,2 2 1,-2 3 0,2 4-1,-1 4 520,-1 3 0,-2 3 0,-2 6-448,0 3 1,0 1-1,0 4 1,0 0 0,0 0-1,1 1 1,0-1-1,2 0 671,0 0-779,1-2 1,1-1-1,1-2 1,-1-2-5,1-2 1,2-2 0,1-4 0,0-2-29,1-3 1,-1-5 0,2-3 0,-1-4-104,-1-5 0,0-2 0,3-5 0,-2 1-4,0 1 0,-2-4 1,-1 4-1,0-1-406,-2 2 1,1 0 0,-3 3 0,2 1-668,1 4 1,-2 1 0,-1 3-700,2 2 1,-2 3 1486,1 2 0,-1 4 0,3 1 0</inkml:trace>
  <inkml:trace contextRef="#ctx0" brushRef="#br0" timeOffset="76245">3725 2761 8347,'-5'-1'54,"1"-1"1,2 1-1,2-3 128,0 0 0,0-1 1,2-1-1,2 1 1,1 0-1,0 1 383,1 2 0,0 2 0,2 0 0,1 0 1,0 0-377,0 2 0,1 1 0,0 3 1,0-1-79,-3 1 1,-1 0-1,-1 1 1,-1 1 8,-2-1 1,-1 1-1,-1 0 1,-1 0-51,-1 0 1,-3 0 0,-3-1 0,0 0-67,0 0 1,-4 0 0,1-1-1,-1 1-112,0 0 0,1 1 0,-1-3-5,1 1 1,3 0 0,0-1 0,2 1-158,0-1 1,3 1-1,1 0 1,2 1 156,0 1 1,0-1 0,0-1-1,0-1 1,0 1 71,2 0 1,1-1 0,2 1 731,-1 0 1,0-1 0,-2 1-389,-1-1 0,0 1 0,-2 0 0,0-1-301,-3-2 1,-2 2-1,-1-1 1,-1 1-591,-1 1 1,1-3-1,-2 1 1,1-2-4009,1-1 3971,-2 0 0,1-4 0,-2 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21.885"/>
    </inkml:context>
    <inkml:brush xml:id="br0">
      <inkml:brushProperty name="width" value="0.04536" units="cm"/>
      <inkml:brushProperty name="height" value="0.04536" units="cm"/>
    </inkml:brush>
  </inkml:definitions>
  <inkml:trace contextRef="#ctx0" brushRef="#br0">137 6 8922,'0'-4'587,"-1"2"1,-1 4-1,-2 3 1,-2 2-1,-1 1 64,-1 1 0,-1 1 0,2 2 0,-2 0-299,0 0 0,1 0 0,-1 2 0,0 2-155,0 1 0,1 2 1,-2 0-1,2 1 1,1-1-143,3-1 1,1 0 0,3 0-1,0 0-98,0-1 0,0-1 1,1 0-1,3 0-50,2-1 1,1 2-1,-1-4 1,2 1-713,2-2 0,1-2 0,-1-1 1,0 0-4825,1-2 5139,0 0 1,1-1 0,0 0 0</inkml:trace>
  <inkml:trace contextRef="#ctx0" brushRef="#br0">-125 208 8377,'-3'-3'751,"0"2"0,3-3 1,0-1-549,0 0 0,0-1 1,0 0-1,0-1 1,0-1-1,0-2-183,0-1 0,0-1 0,0 1 1,0-2-1,0 0 0,-2-1 0,-2 1 326,-1 3 1,-1-1-1,-1 3 1,0 2-115,-1 1 1,-1 3-1,2 2 1,-1 1 0,-2 2-24,0 3 1,1 5 0,-1 1 0,2 3-29,0 2 0,0 1 0,0 1 0,1 2-21,0 0 0,1 3 0,1 2 0,0 1-101,1 1 0,3 0 0,-1-1 0,1 1-262,1-1 1,0-3-1,1-3 1,1-2-315,2-2 0,1-4 0,2-1 0,0-3 106,1-3 0,1-2 0,-2-2-682,1-2 0,-1-1 0,-2-2 0,-2-4-1260,0-2 2250,-1 2 1,-5-7-1,0 2 1</inkml:trace>
  <inkml:trace contextRef="#ctx0" brushRef="#br0">-421 302 8355,'-10'0'350,"0"0"0,5 0 0,-1 1 0,1 1 0,2 2 292,1 1 0,1 1 1,1 0 29,0 0 0,5 0-446,1 0 1,6 0 0,0-1 0,2 0-1,2-2 1,0 0-146,3-2 1,2 0 0,2-2-1,1-1-545,-1-2 0,2 1 0,-3 0 0,0-1-770,-2 1 1,1 2 0,-5-1 290,-2 1 0,2-2 0,-1 0 0</inkml:trace>
  <inkml:trace contextRef="#ctx0" brushRef="#br0" timeOffset="696">386 160 8854,'-6'0'849,"0"0"1,2 3 0,0 1-433,-1 4 0,0 0 0,-1 3 0,0 1 0,-2 0 0,-2 1 0,-1 2 0,-1 1 0,-1 1 301,-1 1 1,1-1-811,-3 1 0,1 1 1,-1 0-1,1-3 1,1-1-1,2-2 1,2-3-1,1-2 1,2-2-1,1-2 1,2-4-1465,2-4 1,4-5 0,2-4 0,2-6-959,2-3 1791,1 0 624,0-7 1,3 2-1,-3-3 1</inkml:trace>
  <inkml:trace contextRef="#ctx0" brushRef="#br0" timeOffset="1012">226 101 8355,'0'-6'1036,"0"5"1,0 4 0,0 3-423,0 4 0,2 1 0,0 2 0,2 1-322,0 2 0,1 3 1,1 1-179,0 1 0,2 1 0,0 2 0,0 0-156,1-1 1,-2 1 0,2 0 0,0-1-526,1-1 0,-3-5 1,3-3-1,1-4 0,-1-3-1402,0-2 1,2-3 1322,-3-4 0,3-4 0,0-3 0</inkml:trace>
  <inkml:trace contextRef="#ctx0" brushRef="#br0" timeOffset="1590">594-24 9991,'0'10'0,"2"0"0,0 1 0,1 2 0,-1 2 0,0 1 0,0 4 755,0 2 0,0 1 0,-2 4 0,-2 1 0,0 1 0,-2-1 1,0-1-1,-1-1-490,-1 2 0,0-2 1,0 0-1,2-1 1,0-2-441,-1-2 1,2-2 0,-1-4 0,0 0-1255,1-2 1,-2-3-1202,3-2 1,0-5 1926,2-3 0,5-5 0,2-5 0</inkml:trace>
  <inkml:trace contextRef="#ctx0" brushRef="#br0" timeOffset="1592">706 350 9047,'-6'5'0,"1"0"467,1-1 0,2 0-256,2 2 0,2-2 0,3 0 0,3 0 0,3 2-39,2-1 0,4 1 1,-1 0-1,3 0 1,3 0 419,1-3 0,1 3 0,-1-3-1747,-1 0 0,0 3-253,-2-2 1,0 4-1,-3 1 1</inkml:trace>
  <inkml:trace contextRef="#ctx0" brushRef="#br0" timeOffset="1591">706 219 9048,'4'1'1042,"0"1"1,1 2-782,0 1 1,3 1 0,1-1 0,0-1-1,1 2 1,2-2 0,1 2 0,2-1-776,0 1 1,-1-2 0,1-1 0,0 0 0,-2 0-2692,-1 0 2774,-2-1 1,-2 0-1,-2 2 1</inkml:trace>
  <inkml:trace contextRef="#ctx0" brushRef="#br0" timeOffset="8903">2036 558 8321,'0'6'619,"0"-3"1,2 0-1,0-1 1,2 0 0,0-2-171,2-1 0,0-3 0,-1-3 0,1-2-481,0 0 0,0-1 0,-2-2 1,-1 0 75,0 0 1,-1 2 0,-2 1 0,-1-1 0,-1 0 0,-1 1 180,-3 0 1,0 2-155,0 3 0,-2-1 1,0 3-1,-1 1 57,-2 0 0,0 2 1,-1 1-1,0 4 17,0 4 0,0 2 0,1 1 0,-1 3-31,2-1 1,-1 4-1,2-1 72,0 3 0,-2 1 0,4 1 0,2-2 0,2-2-20,2-2 0,1-3 0,2-2 0,1-2-190,3-3 1,4-1-1,0-2 1,4-2-14,1-4 0,3-4 0,-1-4 0,1-3-8,0 0 0,-2-3 0,-1 2 1,-3 1-9,-1 0 0,-2 2 1,-2 1-1,-2 2-831,-1 2 0,-3 0 0,1 0-1553,-1 0 1,-2 2 272,-1 2 1897,2 2 0,-6 0 0,3 0 0</inkml:trace>
  <inkml:trace contextRef="#ctx0" brushRef="#br0" timeOffset="9115">2220 688 9045,'-4'0'1329,"2"1"0,1 0-1159,-1 1 1,1 3 0,-3-2 0,0 1-1,0-1 1,1 1 0,0-1 0,1 1-1734,-1-1 120,3 0 0,0-3 0,3 0 0</inkml:trace>
  <inkml:trace contextRef="#ctx0" brushRef="#br0" timeOffset="9439">2404 403 8355,'0'6'411,"0"0"1,0 1 0,-1 0 0,0 2 254,-1 3 1,-1-2 0,2 5-491,-1-1 0,-2 1 0,1 4 0,0-1 0,-1 1 0,0-2 0,1 0 0,-1-1-755,1 0 0,2-1 0,-1-3 0,1-1-1359,1-1 1082,3-2 1,0-2-1,3 0 1</inkml:trace>
  <inkml:trace contextRef="#ctx0" brushRef="#br0" timeOffset="9863">2594 516 8355,'-6'0'0,"0"0"1259,0 0 1,3 3 0,1 0-799,4 0 1,2 3 0,3-2-216,3 1 1,2-1 0,2 0 0,2 0-1,1 0-161,1 0 0,2-3 0,0 1 0,0-1-780,1 1 0,1-1 1,-2 1-1,1-1-950,-1-1 0,2 2 0,0 2 1</inkml:trace>
  <inkml:trace contextRef="#ctx0" brushRef="#br0" timeOffset="9862">2724 457 9357,'-2'6'0,"-2"2"0,0 0 938,0 1 1,0 3 0,-1 2-761,1-1 1,-1 3 0,1-1-1,-1 2 1,-1-1 0,0-1-1,3 0 1,1-2 0,1-1 3,1-2 1,0-1 0,1-4-1021,1 1 0,1-2 1,2-3-1,0-3-62,-1-4 1,-2 0 0,1-2 262,0-1 1,-1-3-1,-2-3 1</inkml:trace>
  <inkml:trace contextRef="#ctx0" brushRef="#br0" timeOffset="10630">3241 469 9673,'5'0'1828,"-1"0"-1516,0 2 1,-2 2 0,0 2 0,-2-1 0,-2 2 0,-2 0 0,-3 2 0,-2 1 255,-3 2 0,-4 1 0,-2 3-601,-3 0 0,-1 2 1,-1 1-1,-2 1 1,1-2 194,0-1 1,3-3-1,4-4-962,5-3 1,2-2 0,4-2 0,1-1 0,1-2-340,2-4 1,1-3-1,1-2 1,1-2 701,1-4 0,1-1 0,3-2 0</inkml:trace>
  <inkml:trace contextRef="#ctx0" brushRef="#br0" timeOffset="10631">3104 433 8355,'3'-5'650,"1"1"1,1-1 39,1 3 0,-1 1 1,0 3-1,-1 2-305,0 1 0,0 4 0,-1 1 0,0 3-252,-2 3 1,0 1 0,-1 1 0,0 0 0,0 0-122,0 0 0,0-1 1,0 1-1,0-3-596,2-1 1,-1-1-1,3-2 1,1-1-322,0-2 1,3-2 0,1-2 0,0-2-941,2-2 1558,0-2 1,1-4 0,0-3 0</inkml:trace>
  <inkml:trace contextRef="#ctx0" brushRef="#br0" timeOffset="10632">3395 374 8355,'0'-6'797,"0"0"-548,3 3 0,-2 0 0,3 3 0,0-1 0,2 0 0,0-1 0,2 1 0,0 0 0,1 2 0,0 1 449,0 2 0,-2 1 0,1 1-532,-1 0 1,-3 2-1,-1 0 1,0 1-35,-2-1 0,0 1 0,-1-2-47,0 1 1,-4 0 0,-1-1 0,-3-1-41,-1 0 0,1 1 1,-2-3-1,0 2 1,1 0 115,1-1 0,2 1 1,0-2-1,2 0-110,0 1 0,2 0 1,1 1-1,2 0-6,3 0 0,4-2 0,3 0 0,1 0-76,2-1 1,3 2 0,1-3 0,1-1-492,2 0 0,1-1 0,-1 0-1723,-1 0 1,-4 2 0,-2 2 0</inkml:trace>
  <inkml:trace contextRef="#ctx0" brushRef="#br0" timeOffset="11570">-178 1567 8355,'0'6'1121,"0"-2"-629,0-1 1,0-2-1,0-1 1,0-3-1,0-2-355,0-1 0,2-3 1,0 0-1,-1-1 89,0 0 0,-1 2 1,-1-1-1,-1 0-44,-2 2 1,-2 1 0,-1 2 0,-3 0-1,-2 2 1,1 1 0,-2 3 0,0 4-1,-2 3 1,1 2 0,0 1 84,3 0 1,-1 3 0,2 0-1,-1 1-156,2-1 1,-1 1-1,4 1 1,-1 0 0,2-2-125,0-1 1,2 0-384,1-4 1,2 0 0,2-2-1,2-1 129,1-3 1,4-2 0,1-4 0,1-2 0,1-4-247,0-2 1,3-3 0,2-2 0,-1-1-74,2-3 0,-4 3 0,0 2 1,-2 1 527,0 1 0,0 5 1,-1 2-1,-1 2 1,-2 1 469,-1 2 0,-1 3-166,0 3 0,-3 3 1,-1 5-1,-1 2 324,-1 1 1,-1 1 0,-1 2-1,-2 1-139,-1 0 1,-4 1 0,0-1-1,-2 1-181,-1 0 1,2-1 0,-5 0 0,2-1 0,-1 0-145,1-2 1,-2-3 0,1-1 0,1-1-444,0-2 0,2-1 1,-1-3-1,0-2-842,3-1 1,-2-3-1,4-2-143,2-4 1,1-5-1,6-5 740,2-3 0,-1-4 0,6 1 0</inkml:trace>
  <inkml:trace contextRef="#ctx0" brushRef="#br0" timeOffset="11876">178 1383 8355,'-4'0'337,"0"2"-262,0 0 422,-2 2 0,0 0 0,0 1 0,-2 2 0,-1 0 0,-1 2 0,1 0 0,-1 2-43,1 0 1,-1 1 0,-1 2 0,0 1 0,2 2-192,1 1 0,0-4 0,2 4 0,0-1-207,0-2 0,3 2 0,1-2 0,1 0-165,1-1 1,0 1-1,1-2 1,1 1-143,2-2 1,1-2 0,1-1 0,2 0-61,2-2 1,1-1 0,2-2-1,0-2-2569,1-1 1,4-2 2348,0-1 0,-1-1 0,-3-3 1</inkml:trace>
  <inkml:trace contextRef="#ctx0" brushRef="#br0" timeOffset="12610">338 1531 10505,'4'1'342,"-2"1"0,-4 1 0,0 3 0,-2 0 212,0 2 0,-2 1 0,0 2 0,-2 0-162,-2 2 0,-2 3 1,-1 0-389,-1 1 1,-2 1 0,1-1 0,-1-1-1,0-1 1,0 0-288,1-2 1,1-3-316,4-2 0,0-4 0,2-2 0,1-2-322,2-2 0,3-5 0,2-5 0,2-2-343,2-1 0,2-4 1163,0 1 1,2-7 0,1 1 0</inkml:trace>
  <inkml:trace contextRef="#ctx0" brushRef="#br0" timeOffset="12611">178 1549 8355,'7'-7'-4,"0"1"407,-2 0 1,0 1-6,1 5 1,-1 1 0,-1 1 0,-1 2 0,-1 4 0,2 1 0,0 3 0,0 0 0,0 0 520,1 2 1,1-1-877,0 3 0,-2 0 0,0 1 0,1-1 0,2-2-222,1-2 1,0-3-1,-2-1-341,2-4 1,2-1-1,1-4 1,0-1-1,0-2-494,-1-4 1,3-3 0,-3-4 0,0-1-676,0-3 1641,-1 0 0,-1-2 0,1 0 0</inkml:trace>
  <inkml:trace contextRef="#ctx0" brushRef="#br0" timeOffset="12612">445 1389 8355,'3'-10'651,"-1"2"0,0 3 69,0 1 1,-2 4 0,3 4 0,0 1-376,1 3 0,0 2 1,1 1-1,-1 3 0,0 0 1,2 3-1,0 1 0,-1 1 1,0 0-1,-2 1 1,0 1-1,0 0 242,-1 1 1,0 1 0,-2-2 0,0 0 0,0-2-946,0-1 0,-2 1 1,-2-3-1,-1 0-747,-1 0 0,-2-2 1,-1-2-1,0-2-218,-2 0 1,3-3-1746,0 1 2486,4-4 1,-1 1-1,1-1 1</inkml:trace>
  <inkml:trace contextRef="#ctx0" brushRef="#br0" timeOffset="13135">867 1644 8355,'-10'6'1020,"2"0"0,4 0 0,2 0-917,2-1 0,3 3 0,3 0 1,3 0-1,4-2 5,3 0 0,3-1 0,7-1 1,3-2-490,2-1 1,6-1-1,1 0-991,2 0 0,-4 3 0,-1 0 0</inkml:trace>
  <inkml:trace contextRef="#ctx0" brushRef="#br0" timeOffset="12859">878 1519 8585,'-5'0'892,"-1"0"-706,0 0 1,2 1 500,2 1 0,3-2 0,2 3-229,3 0 0,4-3 0,1 3 0,1-1-399,2 0 0,3 2 1,-2-1-1,3-1 1,1 1-686,1-2 0,1 0 0,-2-1 0,0 0-846,1 0 0,-4 0 757,0 0 1,-3-3-1,2 0 1</inkml:trace>
  <inkml:trace contextRef="#ctx0" brushRef="#br0" timeOffset="16351">2540 1258 8355,'4'-6'442,"-2"0"0,-1 3 0,0 2 145,1 4 1,0 2-1,-2 6 1,0 1 0,-1 3-1,0 3-417,-1 2 1,0-1 0,2 2 0,0 0 0,0-1 0,0 0 0,1-2-1,0-1 1,2-1-162,0-1 0,-1-1 1,1-2-1,0-2 0,-1-1-1019,1 0 1,-2-1-5,3-2 1,0-3-1,2-1 15,0-1 0,2-7 0,2 0 1</inkml:trace>
  <inkml:trace contextRef="#ctx0" brushRef="#br0" timeOffset="18075">2113 1970 8355,'-9'0'3442,"-3"0"-2924,6 0 1,-3 0-323,3 0 1,3 3-1,2 0-17,2 0 1,5 1 0,4-3-28,1 1 1,2 1-1,0-2 1,4 1-160,2-1 1,0 0-1,3-1 1,0 0 0,1-1-52,1-1 1,0 1 0,0-2 0,-2 0-2410,-2 2 0,0 0 1556,-4 1 0,-2 0 0,1 0 1</inkml:trace>
  <inkml:trace contextRef="#ctx0" brushRef="#br0" timeOffset="18074">2232 1881 8703,'-3'6'1158,"2"3"-1035,-3 1 1,2 1 0,0 3 0,1 0 0,0-1 0,-1 2 0,0 0-1,-1 1 1,0 0 0,-1 0 0,0 1 0,0-2 118,1-1 0,-2-2 0,3-1 1,1-2-1562,0 0 0,2-5 0,0-4 277,1-3 0,2-5 906,-2-2 1,0-1 0,-2-1 0</inkml:trace>
  <inkml:trace contextRef="#ctx0" brushRef="#br0" timeOffset="17540">2006 1875 8355,'0'-6'85,"0"0"-121,0 0 1598,0 3-1053,0 1 0,0 2 0,-1 3 0,0 2 0,-2 3-159,0 1 0,1 2 0,-1 2 1,0 2-1,1 2 0,0 2 401,0 1-706,0-1 1,0 4 0,0-1 0,0-1 0,0-2-177,0 0 1,0-4 0,2-1 0,0-2-1172,0-2 1,0 0 431,0-2 0,3-3 1,2-4-1,1-4-743,2-5 1202,3-3 1,1-3-1,3-1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28.692"/>
    </inkml:context>
    <inkml:brush xml:id="br0">
      <inkml:brushProperty name="width" value="0.04536" units="cm"/>
      <inkml:brushProperty name="height" value="0.04536" units="cm"/>
    </inkml:brush>
  </inkml:definitions>
  <inkml:trace contextRef="#ctx0" brushRef="#br0">6 66 8355,'-3'-2'687,"1"1"1,4-1 0,2 1-474,4 1 1,2 1 0,5 0 0,5 1 0,1 0 0,4-2 308,2 0 1,4 0-255,4 0 1,6-2-1,3 0 1,2 1 0,3 0 100,4 1 1,7 0-1,3-2 1,6 0-230,4-2 1,6 3-1,-2-2 1,0 1-244,1 0 0,-2 0 0,3 2 0,-3-2-242,-5 1 0,1-3 0,-8 1 0,-1 0-761,-5 1 0,-5-3 1,-8 2-1,-3-1-533,-2 2 994,-6-1 0,1 0 0,-5-3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27.637"/>
    </inkml:context>
    <inkml:brush xml:id="br0">
      <inkml:brushProperty name="width" value="0.04536" units="cm"/>
      <inkml:brushProperty name="height" value="0.04536" units="cm"/>
    </inkml:brush>
  </inkml:definitions>
  <inkml:trace contextRef="#ctx0" brushRef="#br0">2873-166 8355,'4'0'973,"0"0"-168,-3-3 1,1 3-1,-2 0 1,-2 3 0,-2 3-324,-1 2 0,-4 1 1,-2 3-211,-2 0 1,0 2 0,-3 0 0,-2 2 0,-1 0-129,0 1 0,-3 1 0,1 0 1,-2-1-185,2-1 1,-2 0 0,4-2 0,1-1-348,2 0 0,2-4 1,1-2-1,3-2-763,2-3 1,4-2 0,3-3-362,2-5 1,5-4-1,4-7 185,1 0 1326,1-2 0,2-6 0,1 0 0</inkml:trace>
  <inkml:trace contextRef="#ctx0" brushRef="#br0" timeOffset="287">2683-202 8355,'2'-7'1909,"-1"3"-1488,1 6 0,-1 2 1,-1 4-1,0 2 73,0 1 1,0 3-1,0 3 1,0 2-119,0 3 0,0-1 0,0 1 0,0 1-210,2 0 1,2 2 0,2-3 0,1 1-535,1-2 1,2-3 0,-1-4-391,0-1 0,1-2 1,2-2-1,0-3-630,0-3 1,1-3 523,1-2 0,3-7 0,-2-4 0</inkml:trace>
  <inkml:trace contextRef="#ctx0" brushRef="#br0" timeOffset="657">3063-356 9380,'5'0'568,"1"0"1,1 2 0,1 2 0,2 2 0,0 0-133,0-1 0,1 1 1,-1 1-1,2 0-329,-1 1 0,-1 0 0,-2-2 0,-3 0-74,-1 0 1,1 0-1,-3 0 1,-1-1-21,-3-1 0,-1 1 1,-4-1-1,0 1-96,-3-1 0,-2 1 1,-1-1-1,-1 1-103,1 1 0,-1-2 1,2 0 172,3 1 0,1 0 0,3 1 77,1 0 0,2 0 1,3 0-1,2 0 1,4 0 26,1 0 0,5 0 0,3-1 143,1 1 1,1-2 0,2 0 0,1-2 0,1 0-574,0-2 1,-1 0 0,0 0 0,-3 0-1213,-1 0 1,-6 2 240,1 0 1,-4 5-1,0 0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38.897"/>
    </inkml:context>
    <inkml:brush xml:id="br0">
      <inkml:brushProperty name="width" value="0.04536" units="cm"/>
      <inkml:brushProperty name="height" value="0.04536" units="cm"/>
    </inkml:brush>
  </inkml:definitions>
  <inkml:trace contextRef="#ctx0" brushRef="#br0">12 101 8355,'-4'2'-103,"0"0"0,3 0 1,-1 0-1,1 2 1,2 1 390,1-1 1,1-2-1,3-2 1,0 0 289,0 0 1,2 0-1,1 0 1,2 0-75,1 0 1,4 0 0,1 0 0,2-2-238,2 1 1,5-1-1,3 1-144,4-1 0,1 1 1,6-1-1,2 1-5,2-1 0,3 1 0,7-1 0,1 0 0,3 0 24,3 0 0,-1 2 1,5-1-1,-1 0-87,-1-1 1,1-1-1,-1 2 1,0-1 122,-2 1 1,5-3 0,0 0-1,0-3-373,1-1 0,-2-2 0,0 2 0,-4-1 0,-5 0 0,-2 2 0,-3 1 1,-3 0-1,-8 0 0,-7 2 0,-6 2 0,-5 2 0,-5 2-1918,-5 2 0,-2 4 0,-5 2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40.205"/>
    </inkml:context>
    <inkml:brush xml:id="br0">
      <inkml:brushProperty name="width" value="0.04536" units="cm"/>
      <inkml:brushProperty name="height" value="0.04536" units="cm"/>
    </inkml:brush>
  </inkml:definitions>
  <inkml:trace contextRef="#ctx0" brushRef="#br0">18 0 8355,'4'1'559,"-1"1"0,0 2 0,-2 1 153,0 1 0,-1 3 0,0 0 1,0 3-1,0 0 0,-1 1-231,-1 1 0,0 3 1,-3-1-1,2 0-443,0 0 1,-1 0 0,2-2 0,0-1-310,0 0 0,1-1 1,-1 0-1,1-1-1443,1-1 1,0-2-310,0-2 0,3-2 1499,1-2 0,4-7 0,1-2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14.828"/>
    </inkml:context>
    <inkml:brush xml:id="br0">
      <inkml:brushProperty name="width" value="0.04536" units="cm"/>
      <inkml:brushProperty name="height" value="0.04536" units="cm"/>
    </inkml:brush>
  </inkml:definitions>
  <inkml:trace contextRef="#ctx0" brushRef="#br0">-3306 1110 9652,'-6'-1'0,"0"0"0,1-2 0,1 0 0,2-2 0,0 0 0,0-1 0,0 0 2284,2 0 0,0 2-1844,0 0 1,2 3 0,0 1-205,-1 4 0,0 4 1,1 2-1,0 1-125,-1 3 1,-1 3 0,0 4 0,0 0-81,0 1 1,0 0 0,0-1 0,0 1-9,0-1 0,0-2 0,0-4 0,1-1-71,1-3 1,-1-1 0,3-3 0,-1-2-394,0-2 1,2-2 0,2-3 0,1-5 90,-1-4 0,1-2 0,-1-3 0,1-1 7,-1-2 1,2 1 0,-1-2 0,-1 2-1,-1 2-22,0 0 0,0 5 0,0-1 335,0 3 1,-2 4-1,-1 4 212,0 4 0,-1 4 0,-2 5 1,0 0-1,0 0 0,1 2 1,0 0 1179,1 1-1111,0-2 1,0 2 0,1-4-41,0-1 0,1 1 1,2-4-1,-1-1-14,-1-2 1,1-2 0,-1 0 0,2-2-143,2-2 1,-1-2 0,1-5-1,0-2-217,0-2 0,1-4 0,-2 1 0,1-3-341,-1 0 0,0-3 0,1 1 0,-1 0-574,1-1 0,-4 1 0,0 2 0,0 0 233,0 1 1,-1 4 400,-1 2 1,-2 3 0,3 3 0</inkml:trace>
  <inkml:trace contextRef="#ctx0" brushRef="#br0" timeOffset="431">-2932 973 8355,'-3'-2'1115,"0"2"0,1 3-820,0 5 0,0 0 1,2 3-1,0 3 0,0 2 1,0 3-1,0 0 0,0 3 85,-2-1 1,1 2-1,-2 1 1,1-1-406,0 0 1,0-4 0,2-1-1,0-2 116,0-1 1,0-1 0,0-4-403,0-2 1,1-4 0,0-4-44,1-3 0,3-3 1,-1-7-1,1-1-121,1-2 1,1-3 0,0-1-1,1 2 272,-1 2 0,0 0 0,1 3 0,0 3 170,-1 0 0,0 4 1,0 3-1,1 1 712,0 0 0,-2 4 1,0 2-1,0 2-176,0 2 0,-1 1 1,0 3-1,-2 0-239,0 0 0,1 0 1,-2 2-1,-1 0-288,0 1 1,-1 0 0,0 1 0,0 1-91,0-3 0,0-1 0,0-3 1,0-2-89,0-2 0,0-3 1,0-3-2506,2-4 1,2-2 1969,2-4 1,0 0-1,-1-4 1</inkml:trace>
  <inkml:trace contextRef="#ctx0" brushRef="#br0" timeOffset="1622">-2694 1145 10089,'0'10'0,"0"-1"59,0 0 1,0 2 0,0-2 90,0 0 1,0 2 0,0-3 0,0 1 0,2-1 0,2-1 0,1-2 0,2-2 0,1 0 546,2-2 0,2-1 1,1-2-812,1-4 1,2-1-1,0-5 1,1 0-1,0-1 1,-1 0-1,-2 1 1,-2-1-1,-2 2 1,-1 0-1,-2 2 1,-2 1-319,-2 2 0,-1 0 0,-4 2 0,-3 2 582,-2 2 0,-1 0 1,-3 0-1,-3 2 382,0 0 0,-1 4 0,-2 0 0,1 1-278,0 2 0,3 0 0,1 3 0,2 0-53,1 0 0,0 0 1,3 2-1,1-1-383,1 1 1,-1-1-1,3 0 1,2 1-559,1-1 0,2 0 1,4-2-1,1-1-1240,2-2 0,1-5 1530,1-1 0,2-1 0,1-1 1</inkml:trace>
  <inkml:trace contextRef="#ctx0" brushRef="#br0" timeOffset="1623">-2392 1151 8355,'-2'-6'3023,"1"4"-2754,-1 2 0,1 3 0,-1 5 15,0 4 0,-2 3 0,0 3 0,1 0-35,-1 2 0,0-2 0,0 3 0,2-2-139,2-1 1,0-2 0,0-4-139,0 0 1,0-3 0,0-2 0,2-1-67,0-2 1,2-3 0,0 0 0,1-4 0,1-4-32,0-4 0,0-1 0,1-5 1,0-1-265,1 0 0,1-1 1,-2 1-1,1 0 317,2 0 1,-3 1 0,1-1 0,0 3 106,0 1 0,0 4 0,-2 2 71,0 1 1,0 5-319,0 4 0,-3 2 0,-1 6 1,-1 1 105,-1 0 0,0 0 1,0 0-964,0-1 1,0-2 0,0 1 580,0-1 1,3 0-1,0-2 1</inkml:trace>
  <inkml:trace contextRef="#ctx0" brushRef="#br0" timeOffset="1624">-2160 1205 8574,'-4'6'185,"-1"-1"1,5 1 0,-2 0-1,2 0-197,2 0 0,-1-1 1,3 0-1,0-2-48,2 0 1,2 1 0,0-2 591,1-1 1,1-1 0,2-2 0,0-2 0,0-1-164,0-1 0,0-2 1,0-2-453,-1 1 0,-1 0 0,-2 2 1,-3-1-1,-1 0 288,-2 2 1,-1 2 0,-2 1 0,-1 0-14,-2 2 0,-3 0 0,-3 1 1,-2 0 69,-2 0 1,-1 3 0,-1 1-1,1 2 184,0 1 1,1 3 0,1 2 0,-1 1-175,1 1 1,2 3 0,2-1-200,0 1 0,3-1 0,3 1 0,0 1-12,2-1 1,3-1 0,3-3 0,4-3 0,6-1 133,3-4 0,4-2 1,5-3-1512,5 0 1,2-2 0,5-2-986,1-2 0,-1-2 0,-1-1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4:44.307"/>
    </inkml:context>
    <inkml:brush xml:id="br0">
      <inkml:brushProperty name="width" value="0.04536" units="cm"/>
      <inkml:brushProperty name="height" value="0.04536" units="cm"/>
    </inkml:brush>
  </inkml:definitions>
  <inkml:trace contextRef="#ctx0" brushRef="#br0">-10625 1078 8121,'-4'-1'0,"1"-2"-524,1 0 1621,0-1 1,0 0 0,0 1-147,1-2 0,0 3 0,-1 1 0,0 2-684,1 5 0,-1 1 0,-1 4 0,0 4-157,-1 2 1,1 2 0,-1 3 0,-1 1 0,0 2-38,0 2 0,1 1 1,1 0-20,0 0 0,0-1 0,1 0 0,1-1-101,0-1 0,1-5 0,0-3 1,0-2-134,0-3 1,1 1 0,0-6 50,3-2 1,-1-4-1,1-4 1,0-5-199,1-4 0,1-1 0,-1-4 0,-1-2-44,0 0 1,-3-3-1,1 2 1,-1 0 357,-1 1 0,-3 2 1,-1 0-1,-2 2 332,-2 2 1,-2 2 0,2 2 0,-2 2-97,1 2 0,-1 3 0,0 2 1,0 3 27,0 3 0,2 2 0,-2 3 1,1 1-29,1 1 0,0 0 1,3 3-1,2 0-95,1 0 0,1-1 0,1 0 0,1-1-256,3 0 0,1-1 0,4-2-317,1-2 1,2 1 0,3-4-1,0-2 36,3-1 1,2-1 0,0-2 0,1-2-1800,0-2 1,-1-3 1379,0 0 1,2-3-1,-2 1 1</inkml:trace>
  <inkml:trace contextRef="#ctx0" brushRef="#br0" timeOffset="751">-10400 1208 8355,'0'-6'-63,"0"0"1,0 1 326,0-1-99,0 1 0,0-1 0,0 0 1,0 1-1,0-1 1119,0 1 0,0 1 844,0 0-1868,0 3 1,-2 1 0,-1 4 0,0 3-90,-1 2 1,0 2-1,-1 1 1,2 1-85,-2 2 0,0 1 0,0 1-19,-1 0 1,2 2 0,0 0 0,1 1 0,-1 1-114,0-1 0,3-3 0,-1-3 0,1 0 0,1-3-302,0-1 0,3-6 0,1 0 176,1-3 0,0-4 0,1-3-207,0-5 0,0-1 0,1-5 1,0-2-1,1-3-31,0-3 1,-2 2 0,1-2 0,0 1 258,-2 2 1,1-1 0,0 4 0,-1 2-33,-2 4 0,2 0 0,-3 6 484,-1 0 0,2 4 0,0 3-26,0 5 1,0 5-1,-3 4 1,2 3-1,0 3 1,1 1-1,0 0 1,-1 0 0,1-1-1,0 0 396,2-2 0,-1-1-541,0-2 1,2-1 0,-1-4-1,1-1 33,1-4 1,1-1-1,1-4 1,-1-2-76,0-1 0,1-4 1,-1-6-1,0-2-273,0-2 1,1 1 0,-3-1-1,1 0-667,-2 0 1,1 3-1,-3 0 1,0 3-172,-1 2 0,-1-1 0,1 4 140,-1 1 1,1 1-1,-2-2 1</inkml:trace>
  <inkml:trace contextRef="#ctx0" brushRef="#br0" timeOffset="1226">-10170 1365 8355,'0'-5'599,"-2"1"0,1 1 0,0 2-129,2-1 1,0 0 0,3 2-155,1 0 1,0 0 0,0 0 0,1 0 0,0 0-130,2 0 0,-2 2 0,3 1 0,0 0-104,0 1 1,-2 1 0,0 1 0,-1-1-68,0 1 1,-1 1 0,-1 1 0,-2-1 0,-2 0-81,0 0 0,-2 1 0,-2 2 40,-1 0 1,-3-3 0,-1 3-55,0 0 1,-1-2 0,0 2 0,0-1 36,-2 0 0,4 0 0,0-3 0,2 2 0,1-1-71,1-1 1,0 0 48,2-1 1,1 1 0,3-1 0,1-1 0,3-2 0,1 0-41,3 0 1,-1 0 13,2-2 0,-1-1 0,4-1 0,0-2 0,0-1-398,1 0 0,0-3 0,-2 1 1,-2 1-1,-2 1-1214,-1 1 1,1 0 1519,-3-1 0,1-1 0,-4 0 0</inkml:trace>
  <inkml:trace contextRef="#ctx0" brushRef="#br0" timeOffset="3400">-9844 1624 11714,'-5'5'1511,"0"-1"-2051,1 0 0,2-2 0,4 1 172,2-1 0,3 2 0,4-2 0,3-1-6,2 0 1,3-2 0,0 0-219,2-1-80,0 0 0,2 0 0,-1-1 1</inkml:trace>
  <inkml:trace contextRef="#ctx0" brushRef="#br0" timeOffset="3399">-9726 1427 8355,'-11'2'0,"1"0"501,0-1 0,2 0 905,2 1 0,4-1-934,2 3 1,3-3-1,4 2 1,0-1-282,0 0 1,2-1 0,0 0 0,3 0-304,1 1 1,-1 0-1,3-2 1,-2 0-651,0 0 1,0 0 0,-1 0 0,-2 0-1389,-1 0 1,-2 0 1823,-1 0 1,-3 3-1,-1 0 1</inkml:trace>
  <inkml:trace contextRef="#ctx0" brushRef="#br0" timeOffset="4758">-9450 1607 8339,'-6'0'125,"1"0"269,1 0 0,2 2 0,2 2 1,1 1 121,0 1 0,4-1 0,4 1 0,-1-1 0,2-1-264,1 0 1,1-3 0,1 1-1,2-1-680,1-1 1,1-1 0,0 0 310,0-1 0,1-4-1479,1 0 1,0-1 0,-2 2 0</inkml:trace>
  <inkml:trace contextRef="#ctx0" brushRef="#br0" timeOffset="4488">-9208 1511 8355,'0'6'192,"-2"-2"1386,0-1-1119,0 1 0,2-4 1,0-3-394,0-3 0,2-4 0,0 0 0,0 0 186,0-1 0,-1 1 0,1 1 0,-2-1 64,-2 2 0,-1-2 0,-3 3 0,0 1 37,-2 2 0,-1 3 0,-2-1-115,0 1 0,2 2 1,-1 1-1,0 2-126,0 3 0,0 2 0,1 2 0,1 0 13,2 0 0,1 1 0,1 1 0,1 3-34,0 2 1,0 0 0,3 1 0,0 0-150,0 2 0,1-1 1,1 0-1,1 1-114,2-1 1,-1-2 0,0-4 0,2 0-375,1-2 0,-1-3 0,-1-2-901,1-2 1,1-3-1,-1-2 1,-1 0 548,-1-2 0,-2-1 0,-2-4 748,0 0 1,-2-2-1,-2-2 1</inkml:trace>
  <inkml:trace contextRef="#ctx0" brushRef="#br0" timeOffset="5077">-8899 1247 8355,'-5'1'733,"1"1"1,-1 1 0,1 2 0,-1 1-184,-3 0 1,-1 2 0,-2 4 0,0 1-1,-1 3-279,-1 1 1,0 1 0,-1 4-1,0 1 1,2-1 0,1 1-1,1 0 1,3 0 0,1 0-29,2-1 1,0-3 0,2-1-249,1 0 0,1-1 1,1-1-1,2-1-64,0-2 1,0-1-1,4-1 1,0-2-1471,0-1 1,1-2 0,-1-1-138,1-1 0,2-2 0,-1-2 1288,2 0 1,0-5 0,0-1 0</inkml:trace>
  <inkml:trace contextRef="#ctx0" brushRef="#br0" timeOffset="5588">-8781 1567 9281,'2'-5'-63,"0"-1"1,1-2-1,0-1 1,-1-1 401,1 0 1,0 0 0,-1 2 0,0 0-21,-2 0 1,0 1 0,0 1 0,0 0 70,-2 1 1,-3-1-1,-3 0 1,-1 1-127,-1 2 1,-1 0 0,0 3 0,-1 1-38,-1 1 0,1 1 1,-1 6-1,1 1-40,1 3 1,2 0 0,0 1-120,1 3 0,0-1 0,3 2 0,0 0-128,1-1 1,-1-2 0,4-2-1,-1-1-186,2 0 1,2-4-1,2-3 1,1-2-1,1-3 1,2 0-348,1 0 0,2-4 53,0-2 1,1-3 0,0 0 0,1-2 0,0 0 98,-1 0 1,1 2 0,0 1 0,0 3 473,-2 1 0,-1 1 0,-2 3 0,1 2-80,-3 1 1,-2 2-1,-2 5 1,-1 1 1072,-1 2 1,-1 0-1,-1 0-485,-4 2 0,0 1 0,-4 0 0,0-1 0,-1 0-215,-2 2 1,1-1 0,-1 1-544,1 0 1,0-3 0,0 0 0,1-1-833,1-2 1,1-1 0,2-4-1,1-1-101,0-2 1,0 2 0,1-2 0</inkml:trace>
  <inkml:trace contextRef="#ctx0" brushRef="#br0" timeOffset="5901">-8511 1376 8375,'0'-5'0,"0"-1"0,0 1 1001,2 1-257,-1-1 1,-1 5-1,-4-1-334,-1 2 0,-1 3 0,1 2 1,-1 3-145,0-1 1,-1 3 0,-1 3 0,-1 1 3,-1 0 0,1 1 0,0 0 0,0 0-59,0 2 1,-1 2 0,2-1 0,2 1-257,-1-1 0,4 1 0,-1-1-337,2-1 1,0-2 0,2-2 0,1 0-117,1-1 1,1-4 0,4-2 0,1-1-965,1-2 1,1-2 0,3-4 841,0-2 1,2-3 0,0-2 0</inkml:trace>
  <inkml:trace contextRef="#ctx0" brushRef="#br0" timeOffset="6705">-8427 1421 8355,'3'-3'841,"1"1"0,-2 4-297,0 2 0,-2 2 1,0 0-1,-2 3-153,0-1 0,-1 2 0,0 1 1,0 1-1,-1 0-192,-1 1 0,-1 2 0,0-1 0,1 0-143,-1 0 0,-1 1 0,-1 0 0,1 1-48,1-1 0,1 0 0,1-3 1,1-2-509,0-2 0,1-1-566,2-5 0,3-6 557,0-7 0,2-2 0,2-3 1,0-2 285,0-2 0,1 0 1,-1-1-1,1 1 1,-2 0 230,1 0 1,-2 4 0,1 0 0,0 2 0,-1 3 0,-1 3 0,0 2 0,0 1 0,0 2 1624,0 3 1,0 3-1305,-2 4 1,0 2 0,-2 3-175,0 1 1,0 2 0,0 1 0,0 1-3,0 0 1,1 2-1,0 0 1,1-1-53,-1-1 0,0-2 1,1-2-120,0-1 1,1-3 0,0-1 0,0-1-48,1-2 0,-1-3 0,1 0 0,1-2 0,0-3 0,0-2 0,-1-4 0,0-2 1,0 0-1,1-1-872,1-1 0,-1 0 1,0-1-406,-1 0 1,1 1 0,-1 2 957,1 0 1,0 0-1,1-1 1</inkml:trace>
  <inkml:trace contextRef="#ctx0" brushRef="#br0" timeOffset="6706">-8247 1596 8355,'0'5'933,"-2"1"0,-1 0 1,0 1-609,-1 0 1,1 3 0,0-2 0,0 1 0,0 1-74,1 0 1,-3 2-1,1-1 1,-1 0-197,0 0 1,1 1 0,1-1-1,0-1-691,0 0 0,1-2 0,1-3-646,2-1 0,1-3 0,2-3 646,2-4 1,0-2-1,2-3 1</inkml:trace>
  <inkml:trace contextRef="#ctx0" brushRef="#br0" timeOffset="6969">-8152 1270 9830,'-5'2'0,"2"2"0,1 1 0,1 1 306,1 2 0,0 0 0,0 4 0,0 1 61,0 0 1,1 2 0,0 0-1,1 0 1,2 1 0,0 0 0,1-1-16,1 0 1,-3 0 0,1-1-167,0 2 0,-1-2 0,-1 3 1,-2-1-1,0 0-204,0 1 0,-2 0 0,-2-1 0,-3 0-675,0-1 0,-1-1 1,1 1-1,-1-2-636,-1-1 1,3-3 0,-1-2 564,3 0 0,0-4 0,-1-1 1</inkml:trace>
  <inkml:trace contextRef="#ctx0" brushRef="#br0" timeOffset="7277">-7955 1236 7241,'-2'-4'0,"0"1"524,-1 0 1542,1 2-1174,0-2 0,2 3 0,0 0-385,2 3 1,1 3 0,1 2 0,0 3-224,0 4 1,1 1 0,-2 4 0,0 1-12,-1 1 1,-1 4 0,1-1-171,-1 4 1,-5-1 0,-1 3-1,-3 2-107,-1-1 1,-4 2 0,2-2 0,-3 0-1,-1-2 151,0-2 0,-1-1 0,2-6-1856,0 0 0,2-5 0,4-5 90,1-2 0,3-13 0,4-3 1</inkml:trace>
  <inkml:trace contextRef="#ctx0" brushRef="#br0" timeOffset="1638">-10850 1686 7377,'-5'2'-587,"2"-1"587,-2 1 0,2-1 0,-1 0 248,0 1 0,3 0 158,-1 0 0,1 0 336,1 1 0,0-1 0,1 1 0,3 0-160,1-2 1,5 2 0,0-2 0,2 1-284,3-2 0,5 0 1,1 0-1,4 0 0,3-2-236,3 1 0,2-4 0,4 1 0,3-1 0,2 0 0,1-1 0,1 1 0,-1-1 0,-1 0-573,0 1 0,-3-2 1,0 1 13,-3-2 1,-2 1 0,-5 1-1,-3 0-677,-3 1 1,-4 2-1,-4 1 498,-2 1 1,-3 1 0,-2 0 0</inkml:trace>
  <inkml:trace contextRef="#ctx0" brushRef="#br0" timeOffset="2465">-10506 1809 8355,'-4'0'470,"0"1"1,0 1 0,1 1 0,1 2 0,0 1 193,0 0 0,0 1 1,2 1-1,-2 1-417,0 1 0,-1 3 1,1 2-1,1 1-101,0 1 0,1 2 1,0 0-189,0-1 0,0-1 0,0 0 0,1-2-245,0-2 1,1-1 0,1-2 0,0-1-180,0-3 1,-1-1 0,2-4 234,0 1 0,-1-4 0,-2-3 0,0-1 81,-1-4 1,0 0 0,0-2 0,0 1 0,-1-1 290,0-1 1,-3 1 44,-1-1 1,-3 3-1,0 1 1,-1 1-1,0 1 349,0 1 0,-1 3 0,1 1 0,-1 1-176,1 1 1,2 4-1,0 1 1,0 2-1,2 2-58,-1 1 1,1 0 0,1 2-226,0-1 0,3 1 0,-1 0 0,1 2-265,1 0 1,1-1 0,1 0 0,2-1 0,1-1 141,3-2 1,0-1-1,4-3-1169,1-1 0,2-2 0,2-2 0,0 0 0,2-3-1728,2-3 2709,1-2 1,0-3 0,1 0 0</inkml:trace>
  <inkml:trace contextRef="#ctx0" brushRef="#br0" timeOffset="2939">-10383 1854 8355,'-3'-3'898,"1"-2"0,2 4 0,2 0-578,2 0 1,4 1-1,1 0 1,2 0-1,0 0-23,0 0 0,3 0 0,2 0 1,1 0-565,2 0 1,2-1 0,0-1-523,1-1 0,-2-2-644,1-1 1,-1-2 0,3-1 0</inkml:trace>
  <inkml:trace contextRef="#ctx0" brushRef="#br0" timeOffset="2938">-10315 1910 8355,'0'-5'1090,"0"2"-985,0 3 1,0 4 0,0 5-1,0 3 33,0 1 0,-2 1 0,0 2 0,-1 2 0,1 1-186,0 1 0,2-4 1,0-1-1,0-1-773,0-2 0,0-3 353,0-1 0,2-5 0,0-3 0,-1-4-91,-1-3 0,0-3 559,0-3 0,0-5 0,0 0 0</inkml:trace>
  <inkml:trace contextRef="#ctx0" brushRef="#br0" timeOffset="7914">-7764 1489 8355,'-8'2'1288,"2"-1"140,-2 1-1139,2 1 1,4-1 0,2 2 0,3-2 25,4-1 0,0-1 0,3 0 0,2 0-300,2 2 1,1-1 0,0 1 0,0-2-872,2 0 0,2 0 1,1 0-1,2-2-243,1-2 0,-1-1 0,1-1 0</inkml:trace>
  <inkml:trace contextRef="#ctx0" brushRef="#br0" timeOffset="7627">-7679 1399 8355,'0'-3'672,"0"3"0,0 4-105,0 3 1,0 0-1,0 4 1,0 2-1,0 0-110,0 3 0,-2 1 0,-1 1 1,1 1-420,-1 1 1,-1 0 0,3 0 0,-1-2-288,2-3 0,0-3 1,0 0-1718,0-2 1,0-4 937,2 0 1,1-10 0,3-6 0</inkml:trace>
  <inkml:trace contextRef="#ctx0" brushRef="#br0" timeOffset="8488">-7483 1528 8355,'-5'-9'260,"1"3"0,1 1 68,0 1 0,1 3 1,3 1-1,1 4 1,2 2-1,1 2 0,1 1 1,1 0-1,1 1 2102,1-1-2516,0 0 1,3 2-1,0-1 1,2-1-698,0-1 0,1-1 0,2-2 0,0-1-480,-2-2 0,1 1 0,-2 0 0</inkml:trace>
  <inkml:trace contextRef="#ctx0" brushRef="#br0" timeOffset="8487">-7286 1500 7974,'6'0'172,"-3"0"1,1-1 0,0 0 0,1-4 0,0-2-1,-1-2 1,1-2 0,0 0 253,0 0 1,-1 0-1,0-1 1,-2 1-90,-2 0 1,0 0 0,0 0 0,-2 1 71,-2 1 0,-1 1 0,-1-1 0,-1 2-159,-1 2 1,-2 1-1,2 3 1,-1 0-117,1 1 0,0 3 1,-1 3-1,0 1-7,2 0 1,0 4-1,2 0-69,-1 4 1,1 1 0,-1 1 0,1 2-134,1 2 1,1 1 0,2 0 0,-1 1 0,1-2-39,0 0 1,3-2 0,0-2-1,2-2-1130,0-2 0,3-2 0,0-1 0,0-2-89,-1-2 1,2-1-1,-1-5 1161,0 0 0,0-3 0,-2 0 1</inkml:trace>
  <inkml:trace contextRef="#ctx0" brushRef="#br0" timeOffset="8901">-6966 1275 8355,'4'-5'-889,"0"-1"0,-2 0 1263,2 1 1,-1-1 0,1 1 578,0 1 1,-3 1-370,1 1 1,-4 4 0,-2-1 0,-1 3-150,0 2 0,-2 3 0,1 1 0,-3 2 44,1 1 0,-2 3 0,0-1-118,0 1 0,0 2 0,0 0 0,0 3-99,1 1 1,-2 1 0,3 1-1,-1 2-209,1 2 1,3-2 0,0 0-1,2-2 1,1-2-498,0-3 1,2-2 0,2-2 0,2-2 0,2-4-1693,1-3 0,1-3 0,2-3 1254,2 0 0,3-8 0,0-1 0</inkml:trace>
  <inkml:trace contextRef="#ctx0" brushRef="#br0" timeOffset="9436">-6836 1489 8355,'0'5'-503,"0"-1"0,0-2 1240,2-2 0,1-2 0,3-2-399,0-1 1,-1-1-1,-1-1 1,0-1-23,0 1 1,-1 0 0,-2 1 0,0-2 50,-1 1 0,-1 1 0,0 1-166,-3 1 0,-2 0 0,-1 2 0,-1 1 0,-1 0 190,-1 1 0,0 1-230,-1 1 1,-3 1-1,1 5 1,-1 1-1,0 2 1,2 1-54,0 1 1,3-1 0,-1 3 0,1 0-109,3 0 0,-2-2 0,5-1 0,0-2-490,1 0 0,1-2 1,2-3-232,1-2 0,2 0 1,2-4-1,3-1 41,2-1 1,-1-5 0,3-1 0,-1 1 314,1 0 1,-1 1 0,1 1 0,-1 1 0,-1 1 232,-2 1 1,1 2 0,-2 0-1,-2 3 691,-2 3 1,1 2 0,-3 3 0,-1 1 81,0 1 0,-1 2 1,-1-1-1,-1 2-96,-2 1 0,-3 1 0,-1 0 1,0 0-353,-2 0 0,-1 2 0,-1-1 0,0 0-176,-2-3 1,3 0 0,2-3-888,-1-1 0,2-1 0,0-5-2512,2 1 2596,0-3 1,3-3 0,1-3 0</inkml:trace>
  <inkml:trace contextRef="#ctx0" brushRef="#br0" timeOffset="10799">-6611 1348 8355,'5'-5'0,"-2"-1"69,2-2 0,-2 2 0,1-2 557,0 2 0,-2 0 367,2 1 0,-3 1-435,1 0 1,-4 5 0,-2 2 0,-1 3-321,-1 4 1,0 0 0,-1 1 18,-3 1 0,2 0 0,-2 1 0,1 1-24,0 0 1,-2 3 0,2-2 0,-2 1 0,1 3-135,0-1 0,2 3 1,3-2-1,-1-1-521,0-1 0,3 1 1,1-1-1,2-2-115,0-3 1,0-3-1,2 0 1,3-3 0,2-1-1149,2-2 1,2-2 0,0-3 1136,0-1 1,3-5 0,0-1 0</inkml:trace>
  <inkml:trace contextRef="#ctx0" brushRef="#br0" timeOffset="10800">-6471 1343 8355,'3'-6'864,"0"3"1,-3 1 0,0 4-431,0 2 1,-2 1-1,-1 0 1,0 2-67,-1 0 0,-1 2 0,-1 3 0,1 0 0,-2 1 0,0 0-132,0 1 0,-1-1 1,2 2-1,-1 0 0,0 0-18,0 0 1,1-3 0,0 1-327,1-1 0,-1-1 0,1-2 0,1-2 0,2-1 0,0-3 0,1-3-851,1-3 0,3-5 0,4-3 556,1-4 1,0-1 0,-1-1-1,2-1 166,0-1 1,1-2 0,0 1-1,0 0 92,-1 1 1,1 2 0,-2 3 0,-2 2 219,1 2 1,-2 5 0,1 1 185,0 1 0,-3 3 0,-1 0 1,-2 4 36,0 3 1,0 2 0,0 4 0,-2 2 0,0 1-41,-1 1 1,0 2-1,-2 0-1,1 1 1,1-1 0,0 1 0,1-1 0,1-1-39,1-3 1,0-1 0,0-3-1,0-2-84,0-1 1,3-5 0,0-1-102,2-4 0,3-2 0,0-5 1,0-4-228,0-1 0,2-4 0,0 1 0,0-1 0,0 0 1,-1-1-1,0 1 0,0 1 0,-2 2 0,0 2 1,-2 3-1899,1 3 0,2 1 0,1 0 1</inkml:trace>
  <inkml:trace contextRef="#ctx0" brushRef="#br0" timeOffset="10801">-6319 1534 8355,'-6'0'1570,"3"-1"-686,1-1-393,2 2-263,0-5 1,0 3 0,2-1 0,2 1 0,1 1 0,0 0 0,1 1-5,0 0 1,-1 0-1,1 1 1,0 0-142,-1 1 1,1 1 0,-1 0 0,-1 0 84,0 1 0,-3 0 0,1-1-102,-1 2 0,-2-1 0,-1 0 0,-2 0-106,-1 1 0,0-1 0,-1 1 1,-1 0-294,-1 1 1,-2 2 0,1-1 111,1 2 0,-2 0 0,2 0 0,1-1-141,1-1 1,3 0-1,1 0 188,1 0 1,2 0-1,1-3 1,2-2 224,3-2 1,-1 0 0,3 0 0,-2 0-1,1 0 177,-2 0 1,1 1 0,-2 1 223,-2 2 1,2-1 0,-3 0 0,-1 2 9,0 0 1,-4 0 0,-1 2 0,-3 0-272,0 0 0,-1 1 1,3-3-1,-1-1-1013,-2 0 1,2-1-368,-2 0 1,5-1 0,1-4 197,4-1 0,3-5 0,5-1 356,0-2 0,1-2 0,1-2 0</inkml:trace>
  <inkml:trace contextRef="#ctx0" brushRef="#br0" timeOffset="11089">-6128 1213 8355,'-4'0'389,"1"1"0,1 1 0,0 2 0,2 1 1,0 1-1,0 1-114,0 0 1,2 3-1,0 0 1,1 2 0,2 2-1,0 0 1,0 2-1,1-1 100,-1 0 0,1 3 0,0-3 0,-1 0-150,1 0 1,-1 0 0,-1 0-1,-2 0-11,-2 0 1,0-1-1,-2 2 1,-2-2-76,-1 0 1,-3 1 0,0-2 0,0-1-730,-2 0 1,0-1 0,0-2-1449,0-1 0,3-3-1207,0-1 2772,6-4 1,4-8-1,5-4 1</inkml:trace>
  <inkml:trace contextRef="#ctx0" brushRef="#br0" timeOffset="11405">-5926 1073 8355,'-5'-3'15,"1"3"1,1-2 0,0 4 0,2 2 0,0 3 588,1 2 0,0 5 0,-1 2 0,-1 3 146,0 1 0,2 1 1,0 1-1,2 1-389,0-1 0,1 1 0,-1-1 0,0 1-31,1-1 1,-3-1-1,2-1 1,-1 1-17,-1-1 1,0 1-1,0-2-480,0-1 0,-2 1 0,-1 0 0,0 0-823,-1 0 0,-2-3 1,-2 2-1,-3 0-813,-1-2 0,-1 0 0,2-1 1</inkml:trace>
  <inkml:trace contextRef="#ctx0" brushRef="#br0" timeOffset="12274">-5577 1421 8355,'-4'-2'183,"0"1"506,0-1-128,-1 2 0,-1 0 1,1 0 345,2 2 1,0-1-1,3 3-608,0 1 0,3-2 1,3 0-1,3-1 0,4 0-67,2 1 1,2-3 0,1 2-1,3-1-54,1-1 0,0 0 0,1 0 0,-1 2-222,1 0 1,-1-1 0,-2-1 0,-2 1-334,-2 1 1,-2-1 0,-3 0 0,0 0-562,-2-1 0,-1 0 1,-2-1-1,-1 0-464,1-3 0,-1-4 0,1 0 0</inkml:trace>
  <inkml:trace contextRef="#ctx0" brushRef="#br0" timeOffset="13206">-4976 1331 8355,'4'-7'377,"0"-1"0,-2-1-81,1 2 0,-1-1 1,0 2-1,0 1 452,0-1 1,0 3 0,0 2-1,0 2 1,-1 3 0,-1 3-275,0 3 1,-2 1-1,-2 1 1,-1 2-312,0 1 1,-2 0 0,0 4 0,-2 1-105,0 0 0,-3 2 0,1 0 0,-1 2 0,0 0 0,1 0 0,2-1 0,1-4 0,3-1 0,0-3 0,2-3 0,1-2-646,0-2 1,4-4 0,2-2 0,1-3 315,1-3 1,2-3 0,1-6-3,2-2 1,2-4-1,0-1 1,0-3-1,0 0-117,0-2 0,1-1 0,-4 1 0,0 1 349,-3 1 0,1 0 0,-1 4 1,-1 1 35,-2 3 0,-1 3 1,1 5 460,-2 1 1,-2 3 0,0 3 0,0 5-191,0 3 1,0 4 0,0 6-78,0 0 1,0 1 0,0 1 0,0 1 0,1 1 8,1-2 1,-1 2 0,3-1 0,0 0-168,1 0 0,1-3 0,0-5 0,1-2 0,1-2 1,0-3-1,1-2 137,0-2-27,0-4 1,0-4 0,0-6 0,0-3-64,0-3 1,-1-4 0,2 2-1,-2-2-389,0-1 1,-1 1-1,2-1 1,-1-1-321,1 0 1,-2-1 0,0 3 0,0 2-732,-2 1 1,1 5-1,-1 2 400,-1 4 0,1 2 0,-2 0 1</inkml:trace>
  <inkml:trace contextRef="#ctx0" brushRef="#br0" timeOffset="15414">-4599 1601 7868,'-2'-4'311,"0"1"1,0-1-1,0 0 1,0 0-1,-1 0 1,1-1-1,1-1 1,1 2-1,2 0 1,1 1-1,1 1 1,1 1-1,1-1 1,1 2-1,-1 0-56,2 2 1,-1 2 0,2 3-1,-1 3 1,0 0 0,0 0 0,-1-1-1,0 1 1,-2 0-95,1-1 0,-1 1 0,-1-2 1,-3-1-99,0-1 0,-1 0 0,-1-1-64,0 1 1,-3-1-1,-2-1 1,-1-2-23,0 1 0,-3-2 0,1 2 31,-2 0 1,0-1 0,-1 0 0,2 2-16,0 1 0,0 0 1,3 1-1,0 0 1,1-1 16,3 1 0,0 1 1,3 1-38,0-1 1,3-1-1,1-1 1,4 1 0,3-1 25,3-1 0,3-2 0,2-2 0,1 0-172,2 0 1,3 0-1,-1-2 1,-1 1-479,-2-1-1456,-1 2 1,-6 0-1,0 0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40.653"/>
    </inkml:context>
    <inkml:brush xml:id="br0">
      <inkml:brushProperty name="width" value="0.04536" units="cm"/>
      <inkml:brushProperty name="height" value="0.04536" units="cm"/>
    </inkml:brush>
  </inkml:definitions>
  <inkml:trace contextRef="#ctx0" brushRef="#br0">113 131 8355,'4'0'-156,"0"0"0,0 0 0,2-1 0,0-1 0,1-2 369,1-1 0,-1-3 1,2-1-1,0 1 9,1-1 0,-4-1 0,1 2 0,-3-1 191,-2 1 1,2 0 0,-2 2 0,-1 0-120,-2 0 1,-3 0 0,-4 1 0,0 0 307,-1 1 1,-3 3-1,-2-1 1,0 1-171,0 1 1,1 3-1,-1 1-226,-1 4 1,2 1 0,0 3 0,1 2-15,2-1 0,-1 4 0,3-1 0,1 1 0,1 0-9,2-1 0,2 1 1,2-1-1,0 0-157,0 0 1,3-2 0,3-4 0,3-2-62,2-2 0,2-2 1,1-3-1,3-2-244,3-3 0,-1-4 1,-1-2-1,0-2-285,0-2 1,-1 1 0,-1-2 0,-2 0-273,-2 0 0,-3 1 1,-1-1 122,-4 0 1,1-1-1,-3 2 1,-1 1-1,0 1-535,-1 2 766,-3-1 1,0 2 0,-3-3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35:41.568"/>
    </inkml:context>
    <inkml:brush xml:id="br0">
      <inkml:brushProperty name="width" value="0.04536" units="cm"/>
      <inkml:brushProperty name="height" value="0.04536" units="cm"/>
    </inkml:brush>
  </inkml:definitions>
  <inkml:trace contextRef="#ctx0" brushRef="#br0">212 197 8355,'3'-4'1417,"-1"0"-962,2 0 1,-2 0-1,3 1 694,-1 0-559,-3 1 0,1 3 0,-5 1 0,-2 4-151,-2 1 1,-4 3 0,1-2 0,-1 2-286,-3 3 0,1-1 1,-3 3-1,-1 1-120,0-1 0,0-2 0,1 1-279,2-2 0,2-1 1,0-1-1,1-2-1353,1-1 0,1-3 819,3 0 0,3-4 1,2 0-1,5-6-247,3-3 1,4-5 0,1-1 0</inkml:trace>
  <inkml:trace contextRef="#ctx0" brushRef="#br0" timeOffset="1">147 108 8355,'-6'0'2384,"0"0"-1221,-3 0-1036,3 0 0,-1 0 1,4 2 100,0 2 1,1 2-1,2-1 1,0 2 0,0 1 113,0 2 1,2 4 0,0 2 0,0 1-208,1 0 0,-2 1 0,3 0 0,1 0-250,0 0 0,1-3 0,0-1 0,0-2-188,0 0 1,0-1 0,-1 0 0,1-2-518,0 0 0,2-3 1,0-3-1,-1 0-426,0-2 1,1-2-1,0-3 1016,-1-4 0,2-2 0,1-2 1</inkml:trace>
  <inkml:trace contextRef="#ctx0" brushRef="#br0" timeOffset="2">372 42 8355,'0'-6'562,"3"0"0,-2 1 0,3 1-245,1 0 0,0 0 0,1 0 0,0 0 245,0 2 0,0 0 0,0 2-269,0 2 1,-3 2-1,0 4-40,-1 0 0,-1 2 0,1-1 0,-2 1-168,-2 0 0,-1-1 0,-3 2 0,-1-1 0,-1 0-66,-2-1 1,-3 2-1,-1-3 1,0 1-10,1-1 1,-2 0 0,4-3 0,0 0 96,3-1 1,1-2-103,1 2 0,4 0 1,3 1 100,5-1 1,6 1 0,3-3 0,3 1 145,4 0 1,0 1 0,1-2 0,1 1-442,1 0 1,2-2 0,0-1 0,2 0-330,1 0 0,-2 0 1,-1 0-1749,-3-2 1,-2-1-1,2-3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1:26.553"/>
    </inkml:context>
    <inkml:brush xml:id="br0">
      <inkml:brushProperty name="width" value="0.06048" units="cm"/>
      <inkml:brushProperty name="height" value="0.06048" units="cm"/>
    </inkml:brush>
  </inkml:definitions>
  <inkml:trace contextRef="#ctx0" brushRef="#br0">12185-370 8355,'0'-4'2098,"0"-4"1,0 8-1685,0 0 0,0 5 0,0 5 1,0 4-310,0 2 0,0 4 0,0 7 1,0 1-80,0 2 0,0 3 0,-1-1 0,-1 2 0,-2 0-239,0-2 0,2-2 0,-1-5 1,1-1-830,-1-4 1,2-2 0,-2-4-251,2-2 0,2-6 0,2-3 998,3-2 0,1-9 0,2-2 1</inkml:trace>
  <inkml:trace contextRef="#ctx0" brushRef="#br0" timeOffset="521">12185-440 8355,'-5'0'511,"2"0"1,6 0-1,3 0 1,3 0-1,3 0 1,3 0-242,5 0 0,-1 0 0,3 0 0,1 0-781,-1 0 1,1 0 0,0 0 0,-2 0-407,1 0 0,-7 0 0,2 0 422,-4 0 1,-1-4-1,-3 0 1</inkml:trace>
  <inkml:trace contextRef="#ctx0" brushRef="#br0" timeOffset="522">12229-326 8355,'-6'6'138,"1"0"1,1 1 0,2 0 0,3 2 0,4-1 0,5-1 0,3-2 409,2-1 0,3-2 1,2-2-708,4 0 0,-2-1 1,1-1-1,2-3-491,0 0 0,-2-2-176,1 4 0,-5-4 0,2 2 1</inkml:trace>
  <inkml:trace contextRef="#ctx0" brushRef="#br0" timeOffset="934">12719-116 8355,'0'-8'-845,"0"-1"986,0 0 1,0 0 0,0 1 0,0-1 123,0 0 0,0 0 0,0 1 1,-1-1 57,-2 0 1,-1 0 0,-5 0 0,-1 2 287,-2 1 0,-1 2 0,-5 4 1,0 0-303,-3 0 0,2 8 0,-3 3 1,0 5-208,3 2 0,3-3 0,2 2 1,2 1-1,1 0-3,1-3 1,3 2 0,0-4-66,1 1 0,4 2 0,-1-5 0,3-1-224,3-3 0,-1 0 0,5-5 0,2 0-237,1-1 0,6-3 0,-1-2 0,5-7-732,3-5 0,0 1 0,0-7 0,0 1 603,0-2 0,2-3 0,-3 0 1</inkml:trace>
  <inkml:trace contextRef="#ctx0" brushRef="#br0" timeOffset="1267">12842-300 8355,'0'6'97,"0"0"0,0 1 1,0 1 799,0 0 0,0 5-668,0 2 0,0 4 0,0 3 0,0 0 0,0 2 1,0 2-1,0 0 0,0-1-155,0-2 1,0-1 0,0-6 0,0-1-940,0-3 709,4-3 1,1-12-1,2-5 23,-1-7 1,2-6 0,-2-3 0,1-1-47,-1-1 0,2-3 0,0-2 1,3 1 76,-1 0 1,1 2-1,0 5 1,1 2 78,-2 3 1,1 1 0,0 3 0,1 3-38,2 4 0,-3 3 0,0 4 100,-1 0 1,-1 0-1,0 1 1,-1 2-1,1 4 1,0 3-999,0 1 0,-1 5 0,1-3 1</inkml:trace>
  <inkml:trace contextRef="#ctx0" brushRef="#br0" timeOffset="1709">13945-265 7802,'-6'-1'256,"0"-1"1,3 0 58,-2-4 0,-1 3 0,-3-3 0,0 0 106,1 1 0,-2 1 0,-1 4 0,-2 0 130,0 0 1,1 0 0,-1 0 0,-1 0-378,0 0 0,3 4 0,-3 2 0,1 2 0,2 1 0,-1-1 0,0 2-70,2 2 1,1-1-1,2 3 1,2 1-23,1-2 1,-1 4-1,2-3 1,1 0-264,1 1 1,2-4 0,2 3 0,2-1-414,3-3 1,5-1-1,1-2 1,4-2-1,1-1-1331,2-2 0,3-2 1385,-1-3 0,3-6 0,0-5 1</inkml:trace>
  <inkml:trace contextRef="#ctx0" brushRef="#br0" timeOffset="2110">13998-194 8662,'4'8'243,"1"0"0,3-2 0,1-2 0,1-1 1,0 0-58,2-1 1,4-1 0,-2-2 0,3-2-266,0-3 0,1 0 0,-2-2 0,0-2-16,-2 1 0,-3-1 1,1 1 53,-2 0 1,-5 1-1,0-1 1,-1 0 223,-2 0 1,-1 4 0,-1-1 0,-1 0 0,-2 1 0,-2-2 0,-3 3 0,-2 0 183,-2 1 1,1 0-1,-3 3 1,-2 0 0,0 0-22,-2 0 1,2 1-1,0 3 1,2 3-214,2 4 1,-3 5-1,4-2 1,0 2-39,1-2 1,2 3 0,2-3-1,1 2 1,1 0-423,2-2 0,1-3-283,1 1 1,5-1 0,3-1 0,3-3 0,3-2-190,1-3 0,5-1-336,0-1 1,8-4-1,0-1 1</inkml:trace>
  <inkml:trace contextRef="#ctx0" brushRef="#br0" timeOffset="2347">14558-562 8485,'-9'5'392,"1"-1"1,2-2 0,0 2 0,0 1 0,0 3-73,0 3 0,1 2 1,-1 6-1,0 1 1,-1 4-1,-1 2 0,-1 2 1,0 3-447,-3 3 0,2-5 0,-1 4 1,1-3-325,1-4 1,4 1 0,2-7 0,2-3-540,1-1 0,0-9 0,1 1 486,2-3 0,6-6 0,5-4 1</inkml:trace>
  <inkml:trace contextRef="#ctx0" brushRef="#br0" timeOffset="2612">14672-492 8634,'-9'0'0,"0"4"443,1 2 1,-1 4 0,0 3-1,-1 1 1,1 4 0,-2 2 310,0 3-897,3 0 0,-4 6 1,3 1-1,1-1 1,1 0-1,3-1-1222,0-3 0,1 6 0,3-4 0</inkml:trace>
  <inkml:trace contextRef="#ctx0" brushRef="#br0" timeOffset="3070">15399-142 8355,'0'9'803,"-4"0"0,3-4 998,-2 1-1537,2-4 0,1 1 0,1-6 1,2-3-1,2-2 0,4-4 1,2-3-1,2-1-218,0-2 1,-1 0 0,2-2-3,-2 0 1,4-2 0,-3 3 0,1 0-1,-2 1-143,-3 2 0,-3 6 0,-1-2 297,-1 2-238,-1 6 1,-4 2 0,-2 7 22,-3 7 0,-3 5 0,-1 3 0,-2 3 0,1 4 0,2 0 60,0-1 1,1 1-1092,2-6 0,-1 1 1,4-3-1,2-4 27,0-1 1,4-2-1,2-4 1</inkml:trace>
  <inkml:trace contextRef="#ctx0" brushRef="#br0" timeOffset="3227">15679-632 9052,'-6'4'0,"0"1"0,-1 3 0,0 1 0,1 0-421,0 0-304,4-1 1,-2-3 0,4-1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1:30.467"/>
    </inkml:context>
    <inkml:brush xml:id="br0">
      <inkml:brushProperty name="width" value="0.06048" units="cm"/>
      <inkml:brushProperty name="height" value="0.06048" units="cm"/>
    </inkml:brush>
  </inkml:definitions>
  <inkml:trace contextRef="#ctx0" brushRef="#br0">39 210 8935,'-11'0'0,"-1"-1"228,1-2 1,6 2-379,5-2 0,5 3 134,7 0 1,3 0 185,5 0 1,2-3-1,6 0 1,2 1 0,5 1-1,7 0 1,6-1 0,8-1 202,3 1 1,7 1 0,6 1-1,11 0 1,9 0-139,6 0 1,-42 0 0,0 0 0,0 0 0,0 0-1,5 0 1,0 0-182,2 0 1,2 0 0,8 0 0,1-1 0,3 0-1,1-2 1,1-1 0,1-1 0,2-1 0,0-1-1,0-1 1,1-1 0,4 1 0,-1-1 0,1 0-1,1 0 1,-1 0 0,1 0 0,-3 0 0,0-1-1,-1 1 1,-2 0 0,-2 1 0,-2 0-530,-4 1 0,-1 1 0,-1 1 0,0 1 0,-5 1 0,-2 1 0,-4 0 1,-1 0-401,-4 1 1,-1 0 0,-3 0 0,0 1 0,42 1 874,-4 2 0,-7 1 0,2 4 0,1-1 0,0-1 0,2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0.717"/>
    </inkml:context>
    <inkml:brush xml:id="br0">
      <inkml:brushProperty name="width" value="0.06048" units="cm"/>
      <inkml:brushProperty name="height" value="0.06048" units="cm"/>
    </inkml:brush>
  </inkml:definitions>
  <inkml:trace contextRef="#ctx0" brushRef="#br0">286 162 8355,'0'3'405,"0"3"0,1-5 339,1 1-578,1-2 0,1 0 0,0-2 0,-1-2 0,0-2 1,0 0 0,1-1 1,-2-1-1,-1-3 70,0-1 0,1 1 1,0 0-1,-1 0-41,-3-1 1,0 1 0,-3-1-1,-3 0 1,0 2 8,-1 2 1,-3 1 0,0 1-153,-1 2 0,-3 2 1,2 4-1,-3 3-106,-1 2 1,2 4-1,-1 3 1,1 3 43,0 1 1,1 1 0,2 2 0,1 2 113,-1 1 0,1 4 0,-1 3 0,2 1-37,0 1 0,3 1 0,3-1 0,2-1-103,0-2 1,2-4 0,3-3 0,2-3-128,4-2 0,2-4 1,3-3-1,2-4 13,4-2 1,1-4 0,4-7 0,1-6 0,1-4 15,0-6 1,-2-1 0,-1-3 375,-3-1 1,-1 1 0,-2-2 0,-4-1 0,-2 2-38,-2 2 0,-5-1 0,-2 5 0,-1 1-305,-1 1 1,-5 0 0,-2 1 0,-1 2-1371,-1 1 1,-2 5 0,2 2 416,0 3 0,-2 3 0,-1 2 0</inkml:trace>
  <inkml:trace contextRef="#ctx0" brushRef="#br0" timeOffset="651">640 206 7899,'10'0'-569,"-2"0"736,-1 0 0,-1 0 0,0-1 1,-1 0-82,-1-2 0,-2-3 1,1-1-1,1 0 146,-1 0 0,-1-2 1,0 0-1,-2-2 1,0 1 130,0-1 0,0-1 0,0 0-147,0-1 0,-2 1 0,-3-1 0,-3-1 32,-2-1 0,0 3 0,-2 2 0,-2 1-21,-1 2 1,-2 2-1,-1 3 1,-2 3-149,-1 3 1,1 4 0,-2 6 0,1 3-48,1 1 1,1 1 0,0 0 0,0 2 50,1 2 0,2 1 0,1 3-20,2 3 1,1 0 0,2 1-1,2 0 1,3-2-135,3 0 1,2-4-1,3-1 1,3-2 0,4-3-126,2-1 1,5-4 0,2-4 75,0-4 1,5-3 0,2-4 0,1-3 0,0-5 75,0-4 0,0-6 1,-2-4-1,-2 0-181,-3 0 0,-1-1 1,-5 4-1,-2 0 1,-4 0-1,-3 2 1,-3 1-1117,-1 0 0,-4 1 0,0-3 1</inkml:trace>
  <inkml:trace contextRef="#ctx0" brushRef="#br0" timeOffset="1225">1069 262 8355,'1'3'0,"1"-1"0,-1-1-239,4-1 1,-3 0-1,1-1 1,1-1 382,-1-2 1,1-2 0,2-3 0,-2-1 0,1-2-1,-1-1 1,0-1 0,-1 0 0,0 1 412,-1 2 1,-2-1-1,-3 1 1,-1 0-233,-4-2 0,-2 1 0,-2-1 0,-1 1-160,-2-1 0,-1 1 1,-2 0-1,-1 2 0,0 2 105,1 3 0,1 1-379,1 1 0,2 1 0,-1 3 0,2 2 3,1 3 0,-1 4 0,1 4 1,-1 4 159,1 2 0,0 3 1,2 6-1,2 3 45,1 4 0,3-1 0,2 3 0,2-2-147,2-2 0,2-5 0,5-4 1,2-4-30,3-4 1,0-4 0,4-6 0,3-3 99,2-4 0,1-8 0,5-6 0,-1-5 110,0-4 0,-6 0 0,0-6 0,-3 2-226,-4 0 0,-2 2 1,-3 2-1,-2 1-1723,-3 0 0,-3 4 879,-2 1 1,-2-2 0,-2-4 0</inkml:trace>
  <inkml:trace contextRef="#ctx0" brushRef="#br0" timeOffset="13364">31 616 8355,'-4'0'0,"0"1"0,-1 1 0,-1 0-84,0 2 0,0-1 0,-1 2 0,-1 2 0,0 0 354,0 0 1,-1 1 0,0 0-35,0 0 1,-1 1-1,-1-1 1,1 1-46,1 0 0,1-2 0,2 0 0,0-1-268,2-2-235,-1-3 0,5 2-4,0-3 0,3-3 0,5-4 0,1-2 161,0-3 1,2-3 0,3 0 0,1-1 0,-1 0-374,-1 0 1,1 1 771,1 5 0,-3 1 0,-1 3 0,-1 2 0,0 2 31,1 1 1,-4 2-1,1 1 1,-3 3-1,0 2 87,-1 1 1,0 3 0,-1 0-244,0 0 1,-1-1-1,-2-1 1,0-1-253,0 1 0,0-1 1,0-2-1,1 0 1,0-1-629,1-1 0,0 0 0,-2 2 223,0 0 1,3 1 0,1-1 0</inkml:trace>
  <inkml:trace contextRef="#ctx0" brushRef="#br0" timeOffset="12830">43 679 8202,'-6'0'1153,"0"0"-1021,2 0 1,-1 0 0,1 2 0,-1 1 0,0 0 0,1 3 0,-1 0 0,0 3-1,-2 1 279,1 1 0,0 1 1,0 1-1,0 1-439,-1 0 1,2 2-1,0-2-91,1 0 1,0 1-1,0-1 1,-1 1-77,1-2 0,1 1 0,0-2 0,1 1-308,0-1 0,0 0 1,2 1-310,0-1 0,0 0 0,0-1 0,3-1 720,1-1 0,1 2 0,1-1 0</inkml:trace>
  <inkml:trace contextRef="#ctx0" brushRef="#br0" timeOffset="15079">317 1177 8355,'-3'4'0,"-1"0"0,-1 1 0,-2 3 0,3 1 0,0 3 1626,0 2-1366,0 7 1,-1-1 0,1 4 0,-2 1 0,1 2 41,1 0 1,-1-1 0,3-5 0,0-1-1010,2-1 1,0-1 0,0-1-1,2-3-277,2-3 0,2-2 0,0-3 0</inkml:trace>
  <inkml:trace contextRef="#ctx0" brushRef="#br0" timeOffset="14828">-44 1220 8355,'0'-3'853,"-2"1"1,-2 4-633,1 2 0,-1 4 0,3 3 1,-2 1-1,0 3 0,0 2-226,-1 3 1,3-1 0,-2 2 0,1-1-311,0-2 1,0 0 0,2-1 0,0-3 0,1-3-314,1-3 0,-1-3 1,3-2-1,1 0 242,1-2 0,0-3 0,0-5 286,0-5 1,3-2-1,0-4 1,0-3 99,0-2 0,0 2 0,-2-2 0,1 3 75,0 2 0,-2 2 1,-1 2-1,-1 3 824,-2 2-502,0 5 0,-2 5 0,-2 5 0,-2 4 28,1 2 1,-3 1-1,3 1 1,-1 3-287,-1 1 1,3 1 0,-1 1-1,0 1 1,2-1-823,0 0 0,1-2-590,0-2 1,0-1 0,1-2 1270,1-1 1,4-2 0,4-1 0</inkml:trace>
  <inkml:trace contextRef="#ctx0" brushRef="#br0" timeOffset="13929">-361 1270 8458,'0'-6'410,"-3"2"0,-1 0 0,-1 2 1,-1-1-1,-1 1 192,-2 0 1,2 0 0,-1 3 0,1 1-415,-2 2 1,2 2 0,-3 2 0,0 1-84,1 1 0,1 0 1,0 2-1,1 1-25,1-1 0,0 0 0,1-1 0,2 0-157,0 0 1,1-2 0,2 1-1,0-1-158,0-1 1,1 1-1,1-1 1,3 0-219,2-2 1,-1 1-1,1-1 1,2 0 0,0 0-1334,2 1 1,0-2 1383,2-1 1,-1-1 0,1-3 0</inkml:trace>
  <inkml:trace contextRef="#ctx0" brushRef="#br0" timeOffset="14335">-311 1407 7237,'-6'0'433,"2"1"1,3 0 0,2 2 0,2 0-116,3 2 0,-3-1 1,5 0-1,-1 0-328,0-1 1,2 2-1,0-3 1,0 0-8,0-2 1,0 0 0,-1 0 0,0 0 0,0-2 48,-2-2 1,0-3-106,-2-1 0,2 1 1,-3-2-1,1 1 1,-2 0 134,-2 0 0,0-1 1,0 1 212,0 0 1,0 1 0,-2 2 0,-3 0 31,0 1 0,-3 2 0,-1 0-124,2 1 0,-1 1 0,1 0 0,-2 1 0,2 1 19,0 2 0,0 2 1,1 1-1,0 0-190,0 2 1,2 0 0,0-1-1,1 2-262,2 2 1,0-2 0,1 1 0,0-1 0,0 1-140,0-1 0,3-2 1,1 0-514,2-1 1,2-3 0,1-1 0,1 0 0,2-1 610,0-2 1,5-5 0,-4-2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2.590"/>
    </inkml:context>
    <inkml:brush xml:id="br0">
      <inkml:brushProperty name="width" value="0.06048" units="cm"/>
      <inkml:brushProperty name="height" value="0.06048" units="cm"/>
    </inkml:brush>
  </inkml:definitions>
  <inkml:trace contextRef="#ctx0" brushRef="#br0">1498 274 8248,'6'0'-201,"-1"0"359,-1 0 1,-2 0-1,1-1 35,0-1 1,2-2 0,-1-4 0,1-3 67,-1 0 0,2-2 0,-3 0 0,0-1 43,0 0 0,-3-3 0,0 3 1,0-1-180,-3 0 1,-3 1 0,-4-2-108,-2 1 1,-3 0-1,-2 2 1,-1-1 135,-3 3 1,1 4 0,-2 2-1,0 1 116,2 3 1,1 2-1,0 3 1,1 4-341,2 3 1,-2 5 0,2 2-1,0 3 1,2 2 164,0 2 0,3 3 0,0 4 0,3 0-53,1 2 0,4 1 0,1-2 0,2-1-90,2-2 1,4-1 0,4-4 0,3-3-149,1-2 0,3-5 1,4-3-1,1-5 1,3-7-190,-1-5 0,3-6 240,0-10 1,0-2 0,-3-3 0,-1-2 0,-2 1-72,-2-1 0,-3 0 1,-2 2-1003,-3-1 0,-2 0 0,-3 2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3.173"/>
    </inkml:context>
    <inkml:brush xml:id="br0">
      <inkml:brushProperty name="width" value="0.06048" units="cm"/>
      <inkml:brushProperty name="height" value="0.06048" units="cm"/>
    </inkml:brush>
  </inkml:definitions>
  <inkml:trace contextRef="#ctx0" brushRef="#br0">1902 218 7998,'0'6'-105,"0"1"345,0-4-88,0 2 0,0-3 0,1 1 1,1 0-1,2-2 213,2 0 0,-1-2 1,0-1-1,-1-2-124,1-1 0,0-4 0,0-2 0,-2 0-76,0-2 1,-1 1 0,-2-1 0,0 1-1,0-1 178,0 1 0,-3 0-332,-4 2 1,1-2 0,-5 2-1,-1 1-67,-1 0 0,-3 0 1,-3 2-1,0 1 175,-2 3 0,2 3 1,-3 1-1,2 3-49,-1 5 1,1 3 0,3 3 0,1 3-1,0 2 5,3 2 1,-1 4-1,2 3 1,0 2 18,-1 0 0,4 2 1,1 0-1,3-1-96,3-2 0,2 1 0,2-4 0,3-4-125,3-2 0,1-6 0,4-2 0,2-5 0,2-3-290,3-3 1,5-8 269,4-4 1,0-6-1,1-6 1,-1-3 0,-2-1-123,-2-2 1,-5 2 0,-3 0-1396,-3 3 1,-3-1 1140,-3 3 0,-1-2 0,-1 1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3.709"/>
    </inkml:context>
    <inkml:brush xml:id="br0">
      <inkml:brushProperty name="width" value="0.06048" units="cm"/>
      <inkml:brushProperty name="height" value="0.06048" units="cm"/>
    </inkml:brush>
    <inkml:brush xml:id="br1">
      <inkml:brushProperty name="width" value="0.06048" units="cm"/>
      <inkml:brushProperty name="height" value="0.06048" units="cm"/>
      <inkml:brushProperty name="color" value="#1F80FE"/>
    </inkml:brush>
  </inkml:definitions>
  <inkml:trace contextRef="#ctx0" brushRef="#br0">2325 225 8568,'0'-6'1114,"0"0"-836,0 0 1,0-1-267,0 1 1,0-1-1,0 0 1,0-2 0,0-1 202,-3-1 0,2 1 1,-3 0-1,-1-2 73,0 0 1,-4 0-1,-2-1 1,-1 1 29,-3 2 1,1 0-1,-3 3 1,-1 2-149,-3 1 0,-2 4 0,0 4 1,0 3-1,2 3-105,2 0 1,0 4 0,-2 2-29,1 2 0,2 4 0,0-1 27,2 2 1,3 4 0,0 2-1,4 1-106,2 0 1,4-1 0,1-1 0,2 0 0,3-3-92,3-1 1,3-3 0,6-5 0,2-2-19,3-3 1,3-2 0,4-7-1,1-4-75,1-5 1,2-8-122,-2-4 1,0 0 0,-4-4 0,-1 0 0,-4 1-1,-3-1-1205,-3 2 0,-4 0 976,-2 3 0,-4-1 0,-1 0 0</inkml:trace>
  <inkml:trace contextRef="#ctx0" brushRef="#br1" timeOffset="103192">2571-15 7685,'-3'4'104,"2"-2"0,-1-4 0,3-3 0,2-1 0,0 0 1,1-1 159,0 0 1,-2 0-202,3 0 1,-1 0-1,1 0 1,0 0-47,0 1 0,1-1 1,1 0-1,0 0-44,0 0 0,0 0 0,2 0 0,0 0 3,-1 1 0,0 1 0,-1 0 0,0 1-1,3 0 1,-4-1 0,2 2-1,0 0 15,0 0 1,0 0-17,0 3 0,-2 0 1,1 0-1,0 0 12,0 0 1,0 0 0,0 0 0,0 1 57,0 1 1,-1-1-22,1 1 0,0-1 1,0-1-1,0 0 24,0 0 1,0 1 0,0 0-45,-1 2 0,-1-1 1,-1-1-1,0 0-48,-1 2 1,0 1 0,1-1 0,-1 1 34,-2 1 0,2-1 0,0 1-7,1 0 0,1 0 15,2 0 0,-1 1 0,1-2 2,0 0 1,-2 1 0,-1-2 3,-1 1 0,0-2 0,-2 1-37,1 0 1,1 0 0,-1 2 8,0 0 1,3-3-1,-3 2 72,0 2 0,1-2-10,-1 0 1,0-2 25,-2 3 1,0-3 302,0 3-114,0-4-78,0 3-296,0-4 1,0-4-1,0 0-9,0-2 1,1-1 0,1-1 79,0-1 0,3 1 0,-3-3 1,0 0 36,1 1 0,-2-2 0,2-1 0,-1 1-19,1 1 0,-1 1 1,-2 0-1,0 0 70,0 1 0,0 2 1,0 0-1,1 1-31,1 1 1,-1-1-16,1 2 0,-1 0-200,-1-1 1,0 4 109,0 1 0,0 3 0,0 5 111,0 1 0,-1 0 0,-1 2 0,-1 0 0,0 1 0,-1-1 0,1 2 0,0-1 309,-1-1-155,2 2 0,-4-2 0,2 2-20,-3-2 0,3 2 0,-1-3 0,0-1 14,-1 1 0,-2 0 0,0-4-6,-1 1 0,-3 0 1,2 0-1,0 0 0,0-1-186,-1-1 1,0 0 0,-1-3-105,1 0 1,2-2 0,0 0 0,1 0 0,2 0-1504,-1 0 969,3 0 1,1-3-1,3 0 1</inkml:trace>
  <inkml:trace contextRef="#ctx0" brushRef="#br1" timeOffset="101665">3554-49 7105,'-4'6'53,"-1"-1"264,4-2 1,-2-4 156,3-1-505,0 1 60,0-2 1072,0 3 0,0-3-1177,0-2 0,0 1 0,0 0 0,0-2 63,0 0 1,0-1 0,0 1 89,0-1 1,0 0-1,0 0 37,0 0 1,-3 0 0,-2 0-96,-1 0 0,1 1 0,1-1 0,-1 2 30,1 1 0,-2 0 0,2-2 1,0 2-88,-1-2 0,3 3 0,-3-2 0,0 0-10,-1-1 1,-1 1 49,0 0 0,0 3 1,0-2-1,1 1 0,-1 2 11,0 0 1,-1 1-1,0 0 1,-1 0-1,0 0-14,2 0 0,0 0 4,0 0 0,0 0 0,0 0 0,0 0-1,0 0 0,0 0 0,1 0 6,-1 0 0,0 0 0,0 0-12,0 0 1,0 0 3,0 0 1,1 2 0,-1 1-1,0 0-6,0 0 1,2 1 0,1-3-1,-2 1 1,1 1 0,0-1-28,0 0 0,1 3 1,-3-2-1,0 0 21,0 0 1,2 2 15,1-3 1,-1 2 0,-1-1-7,2 1 1,-3-1-12,3 1 0,-2-2 0,1 2 0,1 0 1,1 0 1,-1-2 0,1 2 0,0 0 0,-1-1 0,1 1 0,0-1 0,-2 0 0,2 1-30,-1-1 0,2 2-66,-3 0 1,4 1 80,-1 1 1,1-3 0,0 0 1,-1-1 45,1-1 0,-2-1 119,3 1-106,0-1 1,-1 3-26,-1-2 35,1-1 0,-4 3 74,2-2 1,-2-1-35,1 1 1,0-1-132,-1-1 0,4-3 0,-2-2 0,3-3-108,0-1 1,0-3 0,0 0-110,3-1 1,-2-1 0,4 0 139,0-2 0,1 1 0,1-1 0,0 3 81,0 1 0,-1 0 0,-1 3 0,-1 0 0,-1 2-322,-1 0 472,1 3 1,-3 2 34,0 4 0,-3 3 0,-4 4 0,1 2 1,-1 2-1,0 1 53,0 0 0,0 2-141,0 0 1,3 0-1,-1-2 1,1 1-1,0 1-25,1-3 0,3 0 1,0-2-1,0 1 1,0-2-77,3 0 0,1 2 12,2-3 1,1-1-1,0-2 1,0-3-1,0 0 1,1-1-112,1-1 1,-1-1 0,3-1-336,-1-1 0,2-2 1,-1-3-100,-1 0 0,3 0 0,-2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1:17.062"/>
    </inkml:context>
    <inkml:brush xml:id="br0">
      <inkml:brushProperty name="width" value="0.06048" units="cm"/>
      <inkml:brushProperty name="height" value="0.06048" units="cm"/>
    </inkml:brush>
  </inkml:definitions>
  <inkml:trace contextRef="#ctx0" brushRef="#br0">2443 1214 8455,'0'-4'694,"0"0"1,0 0-1,-2 0 1,-1-1-55,0 1 1,1 0 0,-2 1-471,-1 0 0,2 1 0,-2 2 1,-2 0-1,0 0 0,-1 0 143,-1 0 1,1 0-209,-2 3 1,-1-1 0,-3 3 0,-1 3 16,1 1 1,1-1 0,1 3 0,-1 2-69,1 0 0,0 4 1,1-2-1,2 1-59,0 1 1,2-1 0,4 1 0,0 0-18,2-2 0,1 1 0,2-2 0,2 0-613,2-2 0,2 0 0,4-4 0,1-1 1,3 0-127,0-3 0,4-1 0,-1-4 0,0-1-544,1-2 662,-2-2 0,4-6 0,0-1 0</inkml:trace>
  <inkml:trace contextRef="#ctx0" brushRef="#br0" timeOffset="384">2506 1351 8172,'3'3'-304,"0"0"563,-1 4 0,2-3 0,2 0 0,1 0 0,1 0 0,3 0 1,0-2-26,2 0 0,1-4 1,2-2-137,-1-2 1,-1-2 0,1-1 0,-3-1-2,-1-1 0,-2 2 0,-3 0 0,-1 1 0,-1-1 115,-1 2 1,-3 2-110,0 1 1,-3 0 0,-3 0-1,-3 2 1,-2 1 0,1 1 268,-1 0 0,-1 3 0,0 1-233,-1-1 1,1 5-1,-1-2 1,1 1-7,-1 2 1,2 3-1,0 3 1,1-1-1,1-1-69,1 2 1,2-1 0,2 2-204,2-1 1,1-1-1,1-3-426,0-1 1,3-1 0,2 0 0,2-1-716,4-2 0,1-3 0,3-3 630,4 0 0,3-5 0,2-2 0</inkml:trace>
  <inkml:trace contextRef="#ctx0" brushRef="#br0" timeOffset="868">3015 1171 8355,'0'6'0,"-2"1"0,-3 4 1747,0-1-1301,-1 8 0,-1-1 1,-1 3-1,0 1-232,0 1 1,-1-1-1,1 1 1,0 0-668,2 1 0,0-3 1,2 0-1,2-2-847,1-2 0,1-2 0,0 1 0</inkml:trace>
  <inkml:trace contextRef="#ctx0" brushRef="#br0" timeOffset="617">2947 1115 8355,'-7'6'324,"-1"1"1,-1 2 0,0 2 0,0 5 1797,-1 2-1957,3 2 1,-5 5-1,4 0 1,-1 1-1,0 0 1,3 0-408,1 0 1,3-3 0,-1-2-1,0-2-405,2-3 1,2 0 0,2-5 138,0 0 0,0-5 0,3-5 59,3-2 1,-1-6 20,1-5 1,0-4 0,1-2 0</inkml:trace>
  <inkml:trace contextRef="#ctx0" brushRef="#br0">2928 486 6333,'0'-6'313,"0"1"1,1 2 0,0-1-244,1 1 1,1-1-1,-3-2 1,2-1 0,0 1 327,2 0 1,-3 2 778,1 0-705,-1 2 0,-1 0 0,0 4 1,-1 3-1,-1 2-104,-2 1 1,1 5 0,-2 1 0,0 1 0,-2 3-145,-1 2 0,-1 3 0,1 3 0,-1 2-54,-1 3 1,1-1 0,-2 4 0,1 1-42,1 0 0,1 2 0,2-3-203,-1-2 1,4-4 0,1-2 0,1 0 0,1-3 0,0-2 0,0-3 0,2-2-1,0-2 1,4-2-1919,1-3 0,-1-3-653,4-2 1975,-2-1 1,4-3 0,-3 0 0</inkml:trace>
  <inkml:trace contextRef="#ctx0" brushRef="#br0">2897 455 7649,'4'-3'-63,"-2"-1"1,-1-1 0,1 0 529,0 1 0,0 0 1012,0-3-1137,-1 4 1,1 0 0,-4 5-1,-3 1-89,-2 3 1,-1 5 0,-2 1 0,-1 3-127,-1 1 1,2-3 0,-1 2 0,1-2-188,0 0 1,0-2 0,3 0-1,-1-3 1,2-1-10,1-1 1,3-2-336,-2-2 0,3-2 0,1 0 0,4-2-77,1-3 1,4-5-1,2-3 1,0-2 239,2-3 1,3-1-1,2 0 1,-2 1 234,0 2 0,1 4 0,-3 3 0,0 1-11,-1 3 1,0 3-1,-2 0 532,0 1 0,-2 6 1,-1 2-1,0 2 7,-3 2 1,1 1 0,-2 0-1,-1 1-618,-1 2 0,1-4 0,-1 3 0,0-2 0,-2-2 0,0 1 0,0-2 0,0 1 0,0-1-1233,0 0 0,0-1 0,0-2 0</inkml:trace>
  <inkml:trace contextRef="#ctx0" brushRef="#br0" timeOffset="1570">3581 1102 8355,'-3'4'0,"0"1"0,-3-1 0,-1 2 0,3 0 0,1 0 734,0 0 0,1-1 1,2-1-1941,0 1 0,3-3 0,0 1 0</inkml:trace>
  <inkml:trace contextRef="#ctx0" brushRef="#br0" timeOffset="1317">3364 1525 8878,'0'-6'274,"2"0"1,2-1-1,3-1 1,0-3 0,2-1-1,0-2 1,1-1 0,0 0-31,1-1 0,-2 2 0,1 1 0,-1 1 1,-1 0-38,-2 2 0,0 1 1,-2 3-1,-1 0 103,0 2 1,-3 2-173,2 4 0,-3 4 0,-2 5-129,0 0 1,-1 2-1,0 1 1,0 1-71,1 1 0,-1-2 1,2 0-1,1-2 1,0-2-37,1-1 0,0-3 0,1-3-1283,1 0 1,1-1 0,3-3 446,1-4 0,2-1 0,0-7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4.316"/>
    </inkml:context>
    <inkml:brush xml:id="br0">
      <inkml:brushProperty name="width" value="0.06048" units="cm"/>
      <inkml:brushProperty name="height" value="0.06048" units="cm"/>
    </inkml:brush>
  </inkml:definitions>
  <inkml:trace contextRef="#ctx0" brushRef="#br0">2698 237 5734,'6'0'1251,"1"0"-887,-1 0 0,0-1 1,0-1-1,0-2 1,-1-2-68,-1-3 0,-2 2 0,1-3 0,0 1 0,-1 1 1,-2-1-1,0 1 0,0 0 0,-3 1 229,-1-1 0,-2 1 0,-2-2 0,-3 0-383,0 1 1,-5 0-1,0 2 1,-2 0 41,-1 2 0,-2 1 1,-1 3-1,0 1-78,1 1 1,2 2-1,0 5-128,0 3 1,3 4 0,0 5 0,1 3 56,1 2 1,1 2 0,1 4 0,2 1-4,4 0 1,3-1 0,3-3-1,0-2-153,2-4 1,3-1 0,5-4-1,3-2 1,2-5-15,2-4 1,4-4 0,3-6-1,1-4 124,2-4 1,3-8 0,-1-6-1,0-2-32,-2 1 1,-2-5 0,-6 4-1,-3 1-517,-2 0 1,-5 5 0,-1-2-1112,-3 3 1,-2 1-1,-3 1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4.883"/>
    </inkml:context>
    <inkml:brush xml:id="br0">
      <inkml:brushProperty name="width" value="0.06048" units="cm"/>
      <inkml:brushProperty name="height" value="0.06048" units="cm"/>
    </inkml:brush>
  </inkml:definitions>
  <inkml:trace contextRef="#ctx0" brushRef="#br0">3165 218 8355,'3'-1'-54,"0"-1"1,-1-2 321,0-1 1,1 0-1,-2-1 1,2-1 64,0-2 0,-1 0 0,0 0 0,-2-1 0,0 1-27,-2 0 1,-2-1 0,-4 1 0,-2 0-242,-1 0 0,-1 0 0,-6 2 1,-2 0 46,-2 1 0,-5-1 0,3 5 0,-3 1-91,0 0 1,0 3 0,5 2 0,0 5-45,-1 4 1,3 6 0,-1 4 0,2 3 259,3 3 1,-1 7-1,4 2 1,2 2-108,1 2 1,5 0-1,3 0-137,1-3 1,4-6 0,4-5-1,3-4 1,3-4 0,3-4-1,2-5 1,4-7-166,4-2 0,1-8 121,4-5 0,-4-6 0,2-7-276,0-2 1,-4-4-1,-1-1 1,-3 3-121,-4 2 0,0 1 0,-4 0 0,-3 1-775,-2 1 1,0-1-1,-5 1 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5.434"/>
    </inkml:context>
    <inkml:brush xml:id="br0">
      <inkml:brushProperty name="width" value="0.06048" units="cm"/>
      <inkml:brushProperty name="height" value="0.06048" units="cm"/>
    </inkml:brush>
  </inkml:definitions>
  <inkml:trace contextRef="#ctx0" brushRef="#br0">3549 218 8355,'4'4'229,"-2"-2"1,-1-4-1,0-3-49,1-3 1,1-2 0,-1-2 89,0-1 1,2 1-1,-2 0 1,-1-1 122,0 1 0,-4-1 0,-1 1 1,-2-1-260,-2 1 0,-3 1 0,-3 1 1,-3 0-1,-1 1 66,-1 3 0,-3 2 1,-2 5-1,1 2-179,-1 3 1,-1 6-1,0 5 1,3 3 37,2 3 0,3 2 1,1 2-1,1 2 70,1 1 1,2 3-1,2 0 1,2-1-60,3-2 0,2 0 0,4-4 0,1-2-141,2-2 1,5-6 0,2-4-49,3-3 0,0-5 0,5-2 1,3-3 39,3-5 1,2-5 0,3-9 0,-1-2-407,-2 0 0,1-3 0,-3-2 0,-4 1 0,-3 1-934,-3 2 0,-2-1 0,-1 2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5.952"/>
    </inkml:context>
    <inkml:brush xml:id="br0">
      <inkml:brushProperty name="width" value="0.06048" units="cm"/>
      <inkml:brushProperty name="height" value="0.06048" units="cm"/>
    </inkml:brush>
  </inkml:definitions>
  <inkml:trace contextRef="#ctx0" brushRef="#br0">3978 100 8216,'-2'-6'200,"0"-1"1,-2 1 0,1 0 94,0 0 0,-2-3 0,-1 1 1,0 0-1,-1-1 0,-1 1 0,-3 1 1,0 0 75,-2 0 0,-4 2 0,-2 1 0,0 2-114,0 1 0,-1 4 0,-1 2 1,1 3-173,1 4 1,2 4-1,1 5 1,0 1 44,2 0 0,-1 3 0,5 0-4,-2 3 1,3 4 0,1 1-1,3 1-46,3-2 1,1-5-1,2-2 1,2-4-139,3-4 1,2-3 0,3-6 0,4-4 0,2-3-151,2-3 1,4-5-1,-1-5 1,3-5-126,2-3 1,1-5 0,2-3 0,-1-1-649,-2 2 0,-4 0 1,-3 0-53,-3 3 0,-2-1 0,-2 3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6.533"/>
    </inkml:context>
    <inkml:brush xml:id="br0">
      <inkml:brushProperty name="width" value="0.06048" units="cm"/>
      <inkml:brushProperty name="height" value="0.06048" units="cm"/>
    </inkml:brush>
  </inkml:definitions>
  <inkml:trace contextRef="#ctx0" brushRef="#br0">4246 206 8355,'7'3'88,"-4"0"1,3-3-1,-2 0 77,1 0 1,2-1-1,-1-1 1,0-3 0,0-2-1,0-4 1,1-1-1,-2 0 157,-1 0 1,1-3 0,-3 1 0,0 0-170,-2 1 1,0 2-1,0 1 1,-3-1-1,-1 0 71,-4 0 1,-2 0 0,-3 3 0,-1 0 23,0 1 1,-3 4 0,0 1 0,-1 3-39,-1 3 0,-1 3 0,-1 6 0,2 1-89,1 3 0,0 4 0,3 2 0,-1 4 44,1 4 1,2 1-1,1 3-142,-1 1 1,6-2 0,1-3 0,3-2 42,1-4 0,5-1 0,3-6 0,4-2-93,2-4 0,3-3 0,1-5 0,4-3-136,3-4 1,0-3 0,5-6 0,1-4 0,0-3-487,-2-2 1,3-2 0,-7 3 0,-2-1-508,-1-1 0,-5 5 0,-2-2 315,-4 1 1,-2-2 0,-1-2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7.125"/>
    </inkml:context>
    <inkml:brush xml:id="br0">
      <inkml:brushProperty name="width" value="0.06048" units="cm"/>
      <inkml:brushProperty name="height" value="0.06048" units="cm"/>
    </inkml:brush>
  </inkml:definitions>
  <inkml:trace contextRef="#ctx0" brushRef="#br0">4725 168 8355,'0'4'-2457,"0"1"2988,0-4 1,0 2-204,0-1 0,1-1 0,1 1 1,2-1-1,2-1 0,0 0 0,-1-1 260,-1-1 1,2-2 0,-2-4-1,2-1-443,0 0 0,-1-2 0,0-1 1,-1-1-86,-2 1 0,1 0 0,-3 0 0,0 1-56,0 0 1,-3 1-1,-2-2 1,-3 1-57,-5 1 1,-1 2-1,-4 0 1,-2 1 140,-1 1 0,-2 2 0,-2 2 0,1 2 0,1 2 232,3 2 1,-2 7 0,1 4 0,1 3-193,1 3 1,0 3-1,2 4 1,-1 3-1,3 5 171,2 2 0,0 3-185,7-1 1,1-6-1,6-3 1,2-4-144,3-2 1,4-7 0,6-5-1,3-5-91,0-3 0,6-4 1,-1-5-1,3-5-144,0-4 1,0-6 0,2-4 0,0-1 0,-2-2-753,-2 1 0,-1-3 0,-6 3 1,-2-1-731,-2 1 1182,-2 2 0,-2-1 0,-1 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0:57.627"/>
    </inkml:context>
    <inkml:brush xml:id="br0">
      <inkml:brushProperty name="width" value="0.06048" units="cm"/>
      <inkml:brushProperty name="height" value="0.06048" units="cm"/>
    </inkml:brush>
    <inkml:brush xml:id="br1">
      <inkml:brushProperty name="width" value="0.03528" units="cm"/>
      <inkml:brushProperty name="height" value="0.03528" units="cm"/>
    </inkml:brush>
  </inkml:definitions>
  <inkml:trace contextRef="#ctx0" brushRef="#br0">5216 168 7970,'4'-6'-424,"-2"0"0,-1 0 895,1-1 0,-1 1 0,1 0 0,-1-1 0,-1-1-45,0 0 0,-1-3 1,0 1-1,-2 0-212,-1 0 1,-2-1 0,-3-1-1,0 0 22,-2 2 0,-4-1 0,-2 2 1,0 2-1,-3 2 65,-1 3 0,1 3 0,-2 4 0,-3 5-96,-1 6 0,1 3 0,-2 4 1,3-2 0,2 6-1,0 2-37,0 3 1,4 1 0,0 1 0,2 1 0,3-1 53,2-1 0,5 0 1,4-4-274,1-2 0,2-5 0,3-3 0,5-5 1,5-3-155,2-2 0,5-6 0,2-4 0,2-7 33,1-6 1,2-3 0,2-3 0,0-1-110,0-2 1,-1-5-1,-5 2 1,-1 0-194,-2-2 1,-3 2 0,-1 3-1,-3 2 1,-3 2-2695,-3 0 2413,-4-3 1,-1 3-1,-3-2 1</inkml:trace>
  <inkml:trace contextRef="#ctx0" brushRef="#br0" timeOffset="1209">5353 430 9093,'-3'-7'128,"1"1"0,1 2 0,2 1 0,1-1 0,2 1 1,1 1-1067,2 0 1,-1 0 0,0-1 186,0-1 609,0 3 1,1-7 0,-1 1 0</inkml:trace>
  <inkml:trace contextRef="#ctx0" brushRef="#br1" timeOffset="1387">5540 399 5734,'0'-7'0</inkml:trace>
  <inkml:trace contextRef="#ctx0" brushRef="#br0" timeOffset="1713">5851 361 8355,'-7'0'5813,"1"0"-5994,3 0 0,3 1 1,6 0-1,2 1-1747,2 0 0,0-4 0,3-2 1</inkml:trace>
  <inkml:trace contextRef="#ctx0" brushRef="#br0" timeOffset="1549">5714 349 8355,'-6'0'1472,"-1"0"1,1 0 0,1 0-948,0 3-636,3 0-1753,2 0 1,2 0 0,2-3 0</inkml:trace>
  <inkml:trace contextRef="#ctx0" brushRef="#br0" timeOffset="2573">6286 162 8355,'0'4'-97,"0"0"-425,3-2 624,-3 0 1,3-1 146,-3 1 0,3 1 0,0 2-3,1-1 0,1-3 0,-1 1-55,2-1 0,2-2 1,0-1-1,1-2 1,0-2 29,1-2 1,2-2-1,0-2 1,-1-1-131,-1 1 1,-2-1-1,0 1 1,-1 0-1,-2 1 1,-1 1 0,-1-1-1,-3-1 1,0 1-1,-1 1 1,-3 0 61,-2 0 0,-2-1 0,0 3 0,-3 0 0,-3 1 0,-1 1 40,-1 0 1,0 2 0,-1 2-84,1 1 1,-1 7 0,-2 3-21,-2 4 0,2 4 0,-2 3 0,1 5 0,0 2 57,-1 2 0,0 5 1,3-1-1,2 3 43,1-1 0,4 1 0,2-3 0,3-1-159,3-2 0,1-5 0,5-5 0,3-3-64,4-3 1,5-6-1,3-4 1,3-2-14,4-2 1,-1-7 0,5-3 0,0-5 43,-1-3 0,2-4 1,-3 0-1,-1-3-135,0 0 0,-7 1 1,-2 1-353,-4 0 0,-3 3 1,-2-2-1,-4 2-3451,-1-1 3021,-3 0 1,-5 0 0,-2-1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1:00.770"/>
    </inkml:context>
    <inkml:brush xml:id="br0">
      <inkml:brushProperty name="width" value="0.06048" units="cm"/>
      <inkml:brushProperty name="height" value="0.06048" units="cm"/>
    </inkml:brush>
  </inkml:definitions>
  <inkml:trace contextRef="#ctx0" brushRef="#br0">6777 224 8355,'6'0'-697,"-2"0"703,0 0 0,-1 0-62,1-2 1,-2-2-1,2-3 1,1-2 0,1-3 184,2-1 1,-1-3 0,1 2 0,-1-2 7,0 0 0,-2-2 0,-1 2 0,-2 0 100,-1 2 1,-1-2 0,-1 2-1,-1 0 105,-5 1 0,-2 3 1,-4 2-1,-1 2 175,-3 2 1,-2 2 0,-1 7-264,-3 5 0,-1 6 0,-1 4 0,0 3 0,1 1-27,1 1 1,0 3 0,1 1-15,0 1 0,4 0 1,1-1-1,3 0-127,4-1 1,3-1 0,1-4 0,2-2 0,3-3-173,2-1 1,5-3 0,5-4 0,4-4-72,3-3 1,4-3 0,3-3-1,2-4 3,2-4 0,-1-5 0,-1-3 0,-2-2 1,-2-2-915,0-1 1,-6 2-1,0 1-157,-3-1 0,-5 0 0,0-3 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1:01.252"/>
    </inkml:context>
    <inkml:brush xml:id="br0">
      <inkml:brushProperty name="width" value="0.06048" units="cm"/>
      <inkml:brushProperty name="height" value="0.06048" units="cm"/>
    </inkml:brush>
  </inkml:definitions>
  <inkml:trace contextRef="#ctx0" brushRef="#br0">7262 137 8355,'0'-10'157,"0"-1"1,0 3-1,0-2 64,0 1 0,-1 0 0,-1 1 1,-3-2-1,-2-1 172,-1 0 0,-3 0 0,1 3 0,-3 0 0,-1 2 0,-3 2 28,-1 2 0,0 2 0,-1 3 0,0 3 0,-1 4-231,-1 1 0,0 5 0,2 1 0,1 3 0,-1 3 97,0 4 1,1-1-201,-1 3 1,4-2-1,2 1 1,3-1 0,3-1 5,1-2 0,4 1 0,1-5 1,2-2-305,3-3 0,4-3 1,3-4-1,3-4-45,3-3 0,3-1 1,1-4-1,1-3 1,0-6 12,0-5 1,0 1 0,0-4-201,-3 2 0,-1-3 1,-4 0-143,0 0 1,-1 0 0,-3 2 0,-2-2-538,-1 2 1,2-2 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1:08.152"/>
    </inkml:context>
    <inkml:brush xml:id="br0">
      <inkml:brushProperty name="width" value="0.06048" units="cm"/>
      <inkml:brushProperty name="height" value="0.06048" units="cm"/>
    </inkml:brush>
  </inkml:definitions>
  <inkml:trace contextRef="#ctx0" brushRef="#br0">7190 1133 8355,'-3'3'-24,"-1"-2"298,2 1 82,2-2 1,-4 0 0,2 0-1,-2 0 1,-2 0-20,0 0 1,0 0 0,0 1-1,-1 0-71,-1 2 1,1 1 0,-2-2 0,0 2 0,-1 1-10,0 0 1,1 2 0,1-1 0,0 1-108,0 1 0,0 0 0,1 2 0,1 0-60,1 0 1,1 1 0,1-2 0,0 1-1,2 1-191,0 1 1,2-2-306,1 0 1,0 1 0,4 0 0,0 0-454,1-3 0,1 1 0,0-1 1,3-1-1,0-2 32,-1-3 1,5 2-1,-2-1 1</inkml:trace>
  <inkml:trace contextRef="#ctx0" brushRef="#br0" timeOffset="624">7526 1040 8407,'-2'-3'0,"-1"3"0,0 3 0,0 4 0,-1 2 689,0 3 0,-1 1 0,0 5 1,1 0-705,-1 2 0,-1 4 0,0-1 0,1 1 0,0 0 0,1-1 0,1-2 0,0-3-621,0-1 0,1-5 0,2-3 0,1-2-512,1-1 1,4-5 1029,2-4 0,3-7 0,-1-3 1</inkml:trace>
  <inkml:trace contextRef="#ctx0" brushRef="#br0" timeOffset="399">7215 1227 8355,'0'6'176,"0"0"1,1 0-16,1-2 1,1 1 0,4-3 0,-1 1 0,1 1 0,0-2 0,2 1 0,-1-2-22,1 0 0,-2-3 1,4-1-1,-1 0-122,0-2 1,1-1 0,-3 0 0,0 0-48,-1 0 0,-2 0 0,0-1 2,-1 1 0,0 0 264,0 0 0,-2 0 1,-4 1-1,0 1 85,-2-1 1,-1 2 0,-2-1 0,-2 2-22,-1 0 0,2 2 0,-2 0 0,-1 0-166,2 0 1,-1 2 0,2 3 0,-1 2 0,0 2-51,0 1 0,1 0 1,2 3-1,0-1-169,-1 0 1,3 3 0,1 0 0,0-2-337,2 0 0,0 0 0,1-1 1,1-1-851,1-1 0,3-4 0,4-1 418,1-1 1,3-2-1,3-2 1</inkml:trace>
  <inkml:trace contextRef="#ctx0" brushRef="#br0">7420 579 8355,'0'-4'518,"0"1"1651,-2 0-1986,1 1 0,-2 4 0,2 3 0,0 1 0,-1 3 0,0 3 0,-1 4 0,0 2 0,-1 2 90,-1 0 0,2 2 1,-2 3-1,2 0-268,0-3 0,1 2 0,2-3 0,0-1 0,0-1-435,0 0 1,0-3 0,0-2-272,0-1 0,2-3 0,1-2 164,0-1 0,-1-1 1,2 1-1,1-2-1260,1-1 1612,-3-1 1,3 0-1,-3 0 1</inkml:trace>
  <inkml:trace contextRef="#ctx0" brushRef="#br0" timeOffset="904">7688 1058 8355,'-7'9'241,"-2"1"0,0 5 1,-2 0-1,2 1 94,0 1 0,-2 0 1,3 1-1,0-2-317,-1 2 0,2 0 0,-1 0 1,3 1-1,1 0-988,2-1 0,-3 0 200,3-1 1,-2 1-1,0-2 1</inkml:trace>
  <inkml:trace contextRef="#ctx0" brushRef="#br0">7538 199 8355,'7'-2'0,"-1"-2"422,0-2 1,-1-1-100,1-1 0,-1 1-59,3-2 0,0 2-99,0-1 0,-1 0 0,1-2 0,-1 1 0,-1 0 0,1 0 312,-1 1 0,-3 1 0,-1 1-237,-1 0 1,-2-1-1,-1 1 1,-2 0-28,-1 0 1,-5 0 0,-2 0 0,-4 1-20,1 1 1,-6 3 0,2-1 0,-2 3-92,0 1 1,-2 6 0,2 0-1,-1 4 7,1 2 0,-2 3 0,2 4 0,1 1 0,1 3 45,0 2 0,1 2 1,2 2-182,1 0 1,6-1 0,2-1-175,2-2 1,4-4 0,1-3 0,4-2 19,4-4 0,2-4 0,5-4 1,2-3-1,3-3 0,3-1-97,1-3 1,3-4 394,0-6 1,0-2 0,-2-3 0,-1 0-1,-1 0-155,-2-2 0,-5 1 1,-1-2-1,-3 1-847,-2 1 1,-3-2 0,-3 1 0,1-1-491,-2-2 0,0-3 0,-3-1 1</inkml:trace>
  <inkml:trace contextRef="#ctx0" brushRef="#br0">7346 542 7661,'-4'-2'1023,"-1"0"-796,1 0 1,-2 4 0,0 2 0,0 3 0,-1 0 0,1 2 0,0 1 0,0 1 110,2 1 1,-1 0 0,1-1 0,-2-1-239,0 1 1,2-1 0,0-1 0,-1 0 0,2-1-108,1-1 0,-1-1-272,1 0 1,1-2 0,3-3-39,2-2 0,4-5 0,0-5 1,2-1-1,2-3-135,2-1 0,-1-2 0,1 0 236,-1 1 1,2 0-1,-1 2 246,0 1 0,-1 4 0,-2 2 0,-2 2 228,0 1 0,0 3 0,-3 2 0,0 2 86,0 3 1,-1 1 0,-2 2 0,0 2 0,-1 2 3,1-2 0,-2 2 0,2-2-757,0 2 0,1-3 1,-2 0-1,0-2 1,1-1-611,1 0 1,2 0 0,0 1 0</inkml:trace>
  <inkml:trace contextRef="#ctx0" brushRef="#br0" timeOffset="1475">7930 1052 9198,'-6'6'612,"2"3"1,0 0 0,1 0-121,-1 0 1,2 2-1,-1-1 1,-1 3-319,1 1 0,0-1 0,-2 3 0,1-2-16,1 1 1,-1 0 0,2-1-229,-2 0 1,3-1 0,-1-2 0,1 0-122,1-2 0,0-1 0,0-2 1,0 0-492,0 1 1,1-4 494,1-1 1,1-2 0,3-2 0,1-3 0,-1-4 33,0-4 0,1-3 1,1-2-1,0-1 123,-1-2 1,2 0 0,0 1-1,-2 0 75,0 2 1,-1 0-1,-1 3 1,-2 2 194,0 2 1,1 4 49,-2 3 0,2 3-251,-2 1 0,0 6 1,-2 4-1,1 3 121,1 1 1,-1 1 0,4 3 0,-1-2 76,-1 1 0,3-1 0,-2 0 0,1-1-15,2-1 1,-3-3 0,0-1-1,0-1 406,0-1 1,1-4-400,-1-2 0,2-7 1,-1-4-1,0-4 0,0-4-299,2-1 1,-1-1-1,2-2-186,-1-2 0,2 2 0,-1 0 0,-1 2-931,0 0 1,1 1 0,-1 2-2355,-2 1 2958,-3 5 0,4 1 0,-3 2 0</inkml:trace>
  <inkml:trace contextRef="#ctx0" brushRef="#br0" timeOffset="1876">8309 1096 8355,'-4'0'2732,"0"0"-2322,3 0 1,-1 0 0,4 0 0,2 0 0,1 1-105,2 1 0,2 0 1,1 3-400,2-1 1,0-2 0,1 2 0,-1-1 0,0 0-689,1 0 1,-1 0-1,-1-2 1,-2 1-1154,0-1 1231,0 3 1,0-1 0,0 4 0</inkml:trace>
  <inkml:trace contextRef="#ctx0" brushRef="#br0" timeOffset="2383">8272 1227 8355,'-4'0'0,"0"2"-106,2 2 0,0 0 1,2-1 107,2 0 0,3 1 0,3-1 0,2 0 413,2 0 1,1-1-1,1-2 1,1 0-644,1 0 1,1 0 0,1 0-596,1 0 0,0-3 0,-1-1 0</inkml:trace>
  <inkml:trace contextRef="#ctx0" brushRef="#br0" timeOffset="2384">8714 1015 9817,'-5'0'579,"1"0"0,0 3 0,-2 3-432,0 2 1,-1 3 0,1 0 0,0 2 0,-1 3 55,-1 2 1,1-1-1,-1 4 1,1-1-1,1 0 1,-1 0-328,1-2 1,1 0 0,0-4 0,3 0-689,2-1 0,0-3 1,0-2-1,0-1-198,0-1 0,0-2 0,0-1 0</inkml:trace>
  <inkml:trace contextRef="#ctx0" brushRef="#br0" timeOffset="2920">8956 1245 8355,'6'-9'-749,"0"2"847,1-4 1,-1 3 0,0-2 0,0-1 0,0-1 582,-2-1 0,1 2 0,-3-1 0,-1 2-281,0-1 1,-4 1 0,-1 1 0,-2 0-120,-2 1 1,-1 1-1,-3 2 1,0 0 0,-1 3 381,0 2 0,-1 0-493,0 2 0,0 5 1,-1 3-1,1 2 1,-1 1 63,-1 2 1,2-2 0,1 4-155,2 0 0,4-1 1,-2 0-1,3 0 1,2-1-72,2 0 0,1-2 1,2-3-614,1-1 0,2-1 0,2-3 1,3 0-1,1-3-722,2-2 0,3-3 0,2-3 0,3-5-797,3-3 1881,1 1 0,4-8 0,0 2 1</inkml:trace>
  <inkml:trace contextRef="#ctx0" brushRef="#br0" timeOffset="2921">9161 1027 8355,'-3'9'692,"-1"-1"1,-1 4 0,-1-1-1,-1 4 1,-1 1 0,-1 2-181,-1 2 1,0 2 0,-2 3-513,2 0 1,-1 1 0,3 0-1,0-2-745,1 0 1,2-3-1,0-2 1,3-4-591,2-2 0,2-3 0,2-1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2:51:47.416"/>
    </inkml:context>
    <inkml:brush xml:id="br0">
      <inkml:brushProperty name="width" value="0.06048" units="cm"/>
      <inkml:brushProperty name="height" value="0.06048" units="cm"/>
    </inkml:brush>
  </inkml:definitions>
  <inkml:trace contextRef="#ctx0" brushRef="#br0">11349 680 9061,'-4'-5'725,"-2"2"1,1 6-1,0 3 1,2 3 0,0 2-1,0 1-559,0 2 1,-3-2 0,3 5 0,0 1-1,0 2 1,-1 0 0,0 2 0,0 0-20,-1 2 1,3-1-1,-1-1 1,1 1-121,-1-1 0,2-6 0,-2 2 0,2-2-369,1-3 0,0 0 1,1-5-1,1-2-220,1 0 1,1-4-1,-1 0 164,3-4 0,-2-4 0,1-4 278,-1-2 1,0-4 0,-2 2 0,1-3 0,-1 0 192,-1-1 0,-5 4 0,-2 0 0,-2 0-49,0 1 1,-1 2 0,0 0 0,-1 5 586,-1 3 1,0 2 0,-3 1-1,1 2 1,0 3 320,0 3-833,-2 11 1,5-4-1,-1 8 1,1-1 0,2-1-1,1 1 1,2-3 93,1 0 1,2-2-1,2 1-275,0-1 0,3-3 1,3-2-1,3-3-195,3 0 0,1-4 0,5-2 0,0-3-287,3-3 0,-3-2 1,4-4-1,-2 1-1464,0-1 0,0 0 1332,-5 0 1,1 1-1,-2-1 1</inkml:trace>
  <inkml:trace contextRef="#ctx0" brushRef="#br0" timeOffset="2793">11577 1626 8355,'-8'-13'36,"2"7"0,-4-5 236,4 9-199,1-5 0,1 6 1,4-1-1,6 3 47,4 2 1,4 3-1,3-3 1,2 1-65,1 0 0,3 0 0,4-2-450,2 1 0,-1 0 0,3-3 0,1 0-1063,-1 0 1238,-3 0 0,6-8 0,-3-2 1</inkml:trace>
  <inkml:trace contextRef="#ctx0" brushRef="#br0" timeOffset="2791">11358 1608 9011,'0'9'0,"-1"0"241,-2-1 1,2 1-1,-2 1 209,2 2 1,0 2 0,-1 7 0,-1 1-124,1 0 1,-2 3 0,1-4-1,1 0-273,1 1 0,1-2 1,0-3-1,0-3 0,0-2 193,0-2 0,1-2-835,2-3 1,-1-1 0,4-5-1,1-2 148,1-2 0,-2-7 1,-2-4-1,0-2 370,-2-3 1,-1 1 0,-1 4-1,-1 0 303,-2 1 0,-2 2 1,-6-2-32,-1 3 0,-3 4 0,0 2 1,-2 3 381,0 2 1,1 1 0,0 1-1,-3 3-207,1 5 1,2 0 0,3 6 0,-1 0 0,1 2-120,1 1 1,0-1-1,3 1-181,1-1 0,0 1 0,2-1 0,3 1-457,2-1 1,1-2 0,1-2-1,2 0-397,3-2 1,5-2-1,4-1 1,3-2-1,2-3-1000,3-2 1,7-6 1436,2-4 1,2-7 0,1-7 0</inkml:trace>
  <inkml:trace contextRef="#ctx0" brushRef="#br0" timeOffset="2792">11673 1643 8355,'-5'4'554,"-2"-1"0,4 5 1,0 2-1,0 3-254,1 3 0,-4 4 1,2 3-1,0 3-150,0 0 0,-2-1 0,3 0 1,1-3-631,1-1 0,1-3 0,0-4 0,1-3 0,2-3 0,2-5 0,1-6 0,-1-6 0,0-5-100,0-6 0,-3-2 0,1-4 0</inkml:trace>
  <inkml:trace contextRef="#ctx0" brushRef="#br0" timeOffset="139547">11517 2690 11089,'0'2'1543,"0"-2"1,0-3-1309,0-2 0,-2-1-98,0 0 1,-2-2 0,1 1-66,0 0 0,-1-2 0,-2 1 1,1 1-1,-2 1-71,-1 0 1,2 3 68,-2 1 1,2 1 0,0 1 0,0 1-33,0 1 1,1 1 0,1 4-1,0 0 58,-1 3 1,2 1-1,0 1 1,0 0 14,-1 1 1,2 2 0,-1 1 0,0 1-65,0 1 1,1 3 0,0-1 0,2 0-156,0 0 1,0 1 0,0-2 0,0-1-336,0-2 0,0-3 0,2 0 1,2-3 63,-1 0 1,2-3-1,-2 1 1,1-2-1979,0-2 1,-2-2 1675,2-2 0,-3 0 0,2 0 1</inkml:trace>
  <inkml:trace contextRef="#ctx0" brushRef="#br0" timeOffset="139861">11232 2841 8355,'-6'0'1154,"0"0"0,4 0-725,2 0 1,4 0 0,5 2-93,0 0 0,0 0 0,3-2 0,0 0 0,2 0-297,1 0 0,2-2 1,0 0-413,1 0 0,-3 0 1,0 0-1,0 1-858,0 0 0,-4 1 210,1 0 1,-5 3 0,2 0 0</inkml:trace>
  <inkml:trace contextRef="#ctx0" brushRef="#br0" timeOffset="1983">11078 1337 8355,'-13'4'-980,"-4"-3"734,2 2 1,3 0 260,0 0 0,2 0 0,2-3 299,-1 0 1,0 3 0,0 0 128,1-1 621,3 3 0,1-3 1,4 4-552,0 0 1,4 1 0,2 0 0,2-2-273,4-1 1,3 2 0,5-3-52,3-1 0,5-1 1,3-1-1,5 0-20,3 0 1,5 0 0,6-1-1,3-2 27,2-3 0,3-2 1,6-1-160,0 1 0,-1-1 0,-4 0 0,-2 0 0,-4 1-405,-4 3 1,-4-2 0,-5 4 0,-5 1-492,-5 1 1,-7 1 0,-2 0 0,-4 0-4180,-2 0 4824,-7 0 1,-4 0 0,-4 0 0</inkml:trace>
  <inkml:trace contextRef="#ctx0" brushRef="#br0" timeOffset="1259">11989 1214 8355,'0'9'-1229,"0"0"1,0-3 2693,0-1 0,0-2-611,0 3 0,1-5-623,2-1 1,1-5 0,2-5 0,0-3 25,1-1 1,0 0-1,1-4-162,0 1 0,-4 2 0,5 1 0,-2 2 26,-2 1 0,1 1 1,-2 3-16,1 1 1,-3 3 3,1 6 0,-2 5 1,-1 3-1,-1 0-337,-2-1 0,2-1 0,-3 2-1549,0 1 1,3-1-512,-2-2 1942,3-4 0,0-1 0,0-4 0</inkml:trace>
  <inkml:trace contextRef="#ctx0" brushRef="#br0" timeOffset="3198">12251 1372 8355,'1'6'-81,"2"-1"52,3 2 0,7 0 0,4-1 0,6-3-366,2-2 0,8-2-14,2-2 1,6-2-1,-1-4 1</inkml:trace>
  <inkml:trace contextRef="#ctx0" brushRef="#br0" timeOffset="3197">12269 1170 8355,'5'-4'755,"-1"0"0,-3 4 0,2 0 0,2 0-874,3 0 0,-2 4 1,0 1-1,1 2 1,0 0-59,2-1 0,3 0 1,0 1-1,-1 0 1,1-2-1,1-1 0,1-2 1,4-1-1,1-2 1,1-2-645,-2-3 1,0-2-1,-1 0 1</inkml:trace>
  <inkml:trace contextRef="#ctx0" brushRef="#br0" timeOffset="27301">13048 1302 8355,'-9'-9'37,"1"0"65,-1 4 915,0-2-693,4 6 0,1-2 0,5 5 0,2 2-54,3 0 1,5-2 0,1 2 0,2-1 101,2 0 1,1 0-1,4-3-412,2 0 1,2 0 0,1 0 0,1 0 0,-2 0 0,-1 0-552,0 0 0,-6 0-281,0 0 0,-2 0 0,-4 0 62,-1 0 0,2-4 0,1-1 0</inkml:trace>
  <inkml:trace contextRef="#ctx0" brushRef="#br0" timeOffset="801">11708 724 8355,'0'-9'787,"0"0"294,0 4-667,0 2 1,-4 5-1,-2 2 1,-2 5-1,1 2 1,0 2-1,1 1-31,-1 3 1,-1 3 0,1 0 0,0 1-266,1 0 1,0-1 0,-3 2-1,1 1-119,-1-1 1,1-3 0,1 2 0,2-3-72,2 0 0,0-2 0,3 0 1,0-2-450,0-2 1,0-3-1,0-3 90,0 1 1,4-4 0,1-1 0,3-4 147,1-3 1,4-8 0,1-5 0,3-6-63,0-7 1,1 2-1,0-7 1,1 0 437,-2-1 0,2 3 1,-8 6-1,-1 4 1,-2 6-1,-3 3 1,-1 4-1,-2 8 355,-1 7 0,-2 5 0,-1 6 0,-1 1 54,1 4 1,1 1 0,1 3 0,0-4-442,0-2 1,0 0 0,1-1 0,1-2-50,1 0 1,3-5 0,0 1 0,2-4-30,1-4 1,0-2-1,0-2 1,2-2 39,1-3 0,0-6 1,-1-3-1,1-5-94,-2-3 1,0 1-1,-1-2 1,-1 0-552,-3-1 0,3-2 0,-3 1 0,1 1-344,0 1 1,-4 4 0,1 5 332,-2 4 1,-1 1-1,0 1 1</inkml:trace>
  <inkml:trace contextRef="#ctx0" brushRef="#br0" timeOffset="27009">13310 1205 7513,'1'4'2779,"1"-4"-2412,1-5 0,3-2 0,-3-2 1,0 0-197,1 0 1,-3 1-1,2-1 1,-3 0-1,0-1 1,0 0-1,0-2 1,0 1-1,-2 1 1,-2-1 265,-1-1 1,-1-2-396,-3 2 0,-2 0 0,-1 4 1,1-1-1,1 1 40,2 2 0,-1 2 0,0 4 0,0 0-63,1 0 1,-1 5 0,0 4 0,1 5-80,3 2 0,-2 4 0,3 2 84,-1 4 1,3 3-1,-1 0 1,2 1 0,1 1-1,0 2-161,0 1-173,0-3 1,0 2-1,1-4 1,1 0-18,1-2 0,4-5 0,-1-1 0,1-4 0,2-2-1045,0-4 0,-3-4 393,0-1 1,-5-5 273,-1-1 1,-5-4 683,-7-5 1,-2-3-1,-3-2 1</inkml:trace>
  <inkml:trace contextRef="#ctx0" brushRef="#br0" timeOffset="27634">13660 952 8355,'5'-9'360,"-1"3"0,-4 0 915,0-1 0,0 2-190,0 0 0,-1 4-824,-2 1 1,-2 4-1,-3 7 1,-2 3-53,-2 2 0,2 1 1,-5 6-116,-1 2 1,3 0 0,-1 2-1,2 1 1,1 1-4,1 0 0,1-1 1,2 0-145,1 1 0,-1 0 1,4-2-1,1-1 1,1 0-1008,1 1 0,1-1 0,2-1 0,4-2-217,3-2 1,1-3 419,4 0 1,-1-5-1,4 0 1</inkml:trace>
  <inkml:trace contextRef="#ctx0" brushRef="#br0" timeOffset="28726">13914 1214 8372,'5'-4'0,"-1"-1"0,-1 0 212,0-1 0,0 3 0,-2-3 1,1-1-19,1-1 0,0 3 1,-3-1-1,-1-1 1,-2 0 235,-3 1 1,1-1 0,-1 5-1,-1 0 1,0 0-173,-2-1 0,-3 2 0,0-2 1,1 2-227,-2 1 1,2 3 0,-2 1-1,0 1-18,3 1 0,-3 5 0,1 2 0,1 0 2,2 3 0,0 0 15,0 2 0,0 2 0,1 2 0,0-1 0,1 1 1,2-3-105,1 0 0,1-3 0,3-1-283,0-4 0,0-1 1,1-2-179,2-2 0,5-3 0,5-6 1,0-4 137,3-4 0,1-5 0,3-6 0,0 0 0,-1-2 66,-4 2 0,2-2 0,-3 3 237,-1 2 1,0 4 0,-4 4 0,-1 2 6,1 3 1,0 2 0,0 5 441,-1 2 1,-3 3-1,-2 7 1,-2 3 99,-1 4 0,0 2 0,0 0 0,0 5 65,0 0 1,-7 0-1,-1 0 1,-2 1-125,0 2 0,-2 2 0,0-3 0,-2-1-297,-1-1 0,-2 0 0,0-2 0,-1-2 0,1-2-291,-1-3 1,-2-1 0,-1-2-588,2 0 0,0-7 0,3-1-212,1-2 0,0-2 0,4-4 344,3-2 0,-1-9 0,4-7 1</inkml:trace>
  <inkml:trace contextRef="#ctx0" brushRef="#br0" timeOffset="140236">11738 2579 8355,'0'-4'1364,"0"0"-740,0 3 0,0-2 1,-1 2-1,-1-1 0,-2 2 1,0 2-36,0 1 1,-3 2 0,1 2 0,-1 1-392,-2 2 0,3-1 1,-3 4-1,2 0 25,-1 3 0,0 0 0,2 2 0,-1 1-163,2 1 1,-3 1 0,5-2-177,0 0 1,0 0 0,3-1 0,0 0-349,0-1 1,1-3-1,1 1 1,2-1-412,1-1 1,1-3-1,2-1 1,0 0-965,1-2 1,1-3 1221,1-2 0,1-4 0,0-2 1</inkml:trace>
  <inkml:trace contextRef="#ctx0" brushRef="#br0" timeOffset="140900">11935 2637 9300,'0'6'0,"0"0"0,0 0 3930,-2 2-3849,1 1 0,-6 3 1,1 2-1,-1 1 0,-1 1 1,-2 1-1,-1 1 0,0 0-2,1 0 1,-1-1-1,2-2-569,0-1 1,-1-2 0,2-3 0,1-2-801,1-2 0,0-3 0,0-2 650,0 0 1,0-5 0,1-1 0</inkml:trace>
  <inkml:trace contextRef="#ctx0" brushRef="#br0" timeOffset="140901">11802 2643 8767,'3'3'742,"-1"1"1,-2 3-355,0 0 1,0 6-1,0 0-200,0 3 0,2 0 0,1 4 0,0-1 0,2 1 0,0 0-425,1-2 1,1 0 0,2-5 0,0 0-788,1-3 0,1-4 0,1-4-717,-1-2 1477,1-2 1,0-4 0,-1-3 0</inkml:trace>
  <inkml:trace contextRef="#ctx0" brushRef="#br0" timeOffset="140902">12028 2451 8632,'4'3'46,"-1"1"0,1 2 620,-1 1 0,1 0 0,2 4 0,0 1 84,2 3 0,-2 0 0,2 2-405,-2 1 1,0 1-1,0-1 1,0 1-1,-1 3-216,-1 0 0,0 1 0,-2-1 0,0-1 1,-2-1-1,0 0 0,0 0 0,-2-1-80,-2-1-405,-1-3 0,-1-1 1,0-2-654,0-1 0,3-3 1,0-3-647,1-2 0,1-1 0,-1-2 0</inkml:trace>
  <inkml:trace contextRef="#ctx0" brushRef="#br0" timeOffset="141395">12331 2736 8355,'-4'3'2577,"2"-2"-2082,2 3 1,3 0-1,3 2 1,3-1-534,2-1 0,2 0 0,2-2 0,3-1-907,4 0 0,1-1 1,3 0-105,0 0 1,2 0-1,-1 0 1</inkml:trace>
  <inkml:trace contextRef="#ctx0" brushRef="#br0" timeOffset="141135">12371 2614 12034,'-3'0'-861,"5"0"1,4 0 1216,0 0 0,1 0 0,1 0 0,0 1-42,1 1 1,-1-2 0,1 3 0,2-1-1,0 0-1049,0 2 1,1-2 0,0 1-487,-1-1 1,1 2 0,-1-2 792,-1-1 0,1 3 0,-2-1 0</inkml:trace>
  <inkml:trace contextRef="#ctx0" brushRef="#br0" timeOffset="29099">14335 978 8355,'0'5'114,"-4"1"1,-1-2 0,-1 0 0,0 1 362,-1 0 1,0 1 0,-2 3 0,0 0-155,0 3 0,1-1 1,-1 3-1,-1 2 1,-1-1 350,0 0 1,-2 4-559,1-1 1,3 1 0,-3 0 0,2 1 0,2 4 11,-1 1 0,0 1 1,0 1-1,0 3 13,1 2 1,0-1 0,2 0 0,2-1-343,0-2 1,3-3 0,-2-3-253,2-1 1,4-4 0,2-5 0,2-3 0,4-1-521,1-2-474,3-2 1,3-12-1,-1-2 1</inkml:trace>
  <inkml:trace contextRef="#ctx0" brushRef="#br0" timeOffset="29972">14510 1153 8298,'0'-9'545,"0"0"-227,0 1 1,0-1 0,0 0 236,0 0 0,0 1 586,0-1-970,0 0 0,-1 8 1,-2 4-1,-3 5 30,-2 3 0,2 3 0,1 4 1,-2 0-162,-1 3 0,-1-2 0,0 4 1,0 1 26,-3-2 1,2 3-1,-1 0 1,0 2-1,1 2 3,1-1 0,-3-1 0,6-4 1,1-4 69,0-3 0,4-3-798,-2-5 1,3 0 0,4-4 381,5-7 0,1-7 0,4-11 0,2-5 0,0-4 0,2-3 0,-1 0 0,1-1 1,-1 0-1,-2 3-663,0 3 1,-5 6 1103,2 1 1,-5 7 0,-2 2-156,-1 2 0,1 6 1,-2 4 360,-1 5 1,-4 8-189,-1 4 0,0 3 0,1 5 1,-1 2-48,1 0 1,1 2 0,1-1 0,0 1 158,0-1 0,0-3 1,0-3-1,0-1-261,0-1 1,3-6 0,1-3 0,0-4-1,3-4 138,1-2 1,1-3-1,0-4 1,-1-6 145,1-3 0,-1-8 0,-1-2-203,-1-3 0,-2-2 0,3 2 0,-2-2-188,-1 2 0,2 1 0,-3 1 0,-1-1-346,-1 1 0,0 4 0,1 2 0,0 5-2674,0 3 2291,-1 2 1,3 2 0,1-1 0</inkml:trace>
  <inkml:trace contextRef="#ctx0" brushRef="#br0" timeOffset="147838">13941 2225 10527,'-3'5'638,"0"1"0,-3 1 0,1 0 1,-2 3-1,-1 2 0,-2 2 1,-3 3-532,-2 1 1,-1 2 0,-1 0 0,-1 1 0,-2 1 0,0-1 0,1-1 0,2 0 0,1-1-579,0-3 0,5-1 0,0-4 0,2-1-330,2-2 0,3-4 1,1-4-1,1-3-1072,2-5 1,3-5 1522,3-2 0,-1-5 0,1 0 0</inkml:trace>
  <inkml:trace contextRef="#ctx0" brushRef="#br0" timeOffset="148138">13749 2236 8696,'0'-6'327,"0"1"1,0 2 408,-2 3 0,1 3 0,-1 5 1,1 2-336,1 1 0,0 2 1,0 1-1,1 4 1,0 2-213,1 0 0,3 2 1,-1-2-181,1 1 0,1-1 0,0-3-227,2-2 1,0-1 0,3-4-1,-2-3 1,2-1-1098,0-2 1,-2 1 0,0-3 280,0-1 1,1-3-1,-1-1 1</inkml:trace>
  <inkml:trace contextRef="#ctx0" brushRef="#br0" timeOffset="148540">14005 2091 8355,'3'-6'1258,"0"0"-926,3 3 0,0 0 0,1 3 1,2 0-1,0 0 0,1 0 0,2 0 127,1 0 0,-1 3 0,0 1 0,-2 1-276,1 1 0,-3-2 0,0 0 1,-2 1-1,-2 1-62,-2 2 0,-2 0 1,0-2-1,-2 1-97,-2 1 1,-4 0 0,-2-2-150,-1-1 0,0 1 0,-1-1 0,0 0 27,1-1 1,0-2 0,1 1 0,2 0 0,2-2-26,0 2 1,3-2 121,1 3 0,1 0 1,2 1-1,1 0 180,2-1 1,2 0 0,1 1-74,3-1 0,3-1 0,1-2 1,2 1-1,1-1-76,2 0 0,-1-2 0,-2 0 0,1-1-595,-1 1 1,-2 0 0,-1 1-1,-1 0 1,-1 0-1099,-1 0 1,-2 3 0,-2 0 0</inkml:trace>
  <inkml:trace contextRef="#ctx0" brushRef="#br0" timeOffset="31154">14711 1669 6717,'-1'8'-49,"-1"-1"1172,-1-1 1,-1-3-451,1 3-467,3-4-103,-4 1 1,5-3 0,1 0 0,0-3 90,0-3 1,3-2 0,0-1-1,1-1-6,0-1 1,-3 0 0,2-3-34,-2 2 0,3 0 0,-3 3 0,-1 1 603,-1-1-1148,3 0 371,-3 4 0,3 5 0,-4 6 65,0 2 0,0 1 0,0 0 0,0 2-56,0 1 1,0-1 0,0-2 0,-1 1-268,-2 2 0,2-3 1,-2 3-1,2-2-1198,1-2 1,1-3 673,2-2 1,2-3-1,4-3 691,-1-2 0,1-11 0,0-3 1</inkml:trace>
  <inkml:trace contextRef="#ctx0" brushRef="#br0" timeOffset="31420">14807 1381 8355,'-7'0'672,"1"3"0,-1-1-731,4 4 0,0-3-496,3 3 1,1-4 0,1 2 8,1 0 0,4-3 0,-2 3 0</inkml:trace>
  <inkml:trace contextRef="#ctx0" brushRef="#br0" timeOffset="31789">14930 1529 8642,'-5'0'614,"1"0"1,4 1 0,1 1-1,2 1-352,3-1 1,2 2-205,1-1 1,-1 1-1,1-2 10,0 1 0,1 3 1,0-4-1,2 0 1,-1-1-711,-2-1 1,0 0-1,0 0 1,0 0 299,-1 0 1,1 0 0,0 0-364,0 0 1,-1-7-1,1-3 1</inkml:trace>
  <inkml:trace contextRef="#ctx0" brushRef="#br0" timeOffset="32085">15245 1372 8302,'-1'9'298,"-2"-1"1,1 2 17,-3 2 93,-1-3 0,1 9 0,1-2 0,1 5-147,0 1 1,-3-1 0,2 2 0,1 0-645,-1 0 0,-2 0 0,3-4 0,1-3 0,1 0 0,1-3-587,0-1 0,4-6 0,1-2 0</inkml:trace>
  <inkml:trace contextRef="#ctx0" brushRef="#br0" timeOffset="32465">15420 908 8683,'0'8'603,"0"1"0,0 0-272,0 0 1,0 3 0,0 3 0,0 2-50,0 0 1,3 4 0,1 2 0,1 1 0,1 0 70,-1 1 1,3 2-1,-4-5-223,1 1 1,2 1 0,-4-3-101,-1 2 0,2-4 1,-1 2-1,-1-3 1,-1 1-94,-1 1 1,0-4-1,0 1 1,-1 0-482,-2-1 0,1 1 0,-3-2 0,0-1-911,0-1 0,2-3 1,-2-3 1026,2-1 1,-8 0-1,1 3 1</inkml:trace>
  <inkml:trace contextRef="#ctx0" brushRef="#br0" timeOffset="32770">15648 698 8355,'-6'0'104,"1"1"0,1 1 958,2 4-854,1 2 1,1 3 0,0 2-1,0 5 74,0 0 1,3 5 0,1 0-1,1 3 1,1 3 0,0 0 0,0 0-1,0 0 1,2 0 77,1 0 1,0 1 0,0-1-301,-1-1 1,1-1 0,-1 0-1,-2-1 27,-3 0 1,0 1-1,-1 2 1,-3 1-288,-3 1 1,-5-1 0,-3 3 0,-2 1 4,-3-1 1,2-5-1,2-1 1,0-6-1,2-3-3626,2-4 2983,4-1 0,-3-4 0,3-1 0</inkml:trace>
  <inkml:trace contextRef="#ctx0" brushRef="#br0" timeOffset="33771">16095 1223 8355,'-9'0'542,"0"0"0,3 0-318,0 0 0,5 1 0,1 1 0,6 1-30,5-1 1,3 2 0,4-1-76,2-2 1,3 0-1,4-1 1,1 0-1,2 0-300,2 0 0,-4-2 1,1-1-1,-2 1-392,-1 1 0,-2 1 1,-2-1-1,0-1-2195,-3-1 2768,-4 0 0,1-1 0,-2-1 0</inkml:trace>
  <inkml:trace contextRef="#ctx0" brushRef="#br0" timeOffset="33479">16235 1083 8243,'4'-9'22,"-1"0"437,-2 4 0,-1 0 1,0 5-68,0 4 0,0 3 0,0 5 0,0 4 0,-1 3 0,-1 5 0,0 4 1,-1 1-1,0-1 0,0 0-184,1 1 0,-2-1 0,1 0-380,1-4 1,1-1 0,1-4-1,0-3-1416,0-3 1,0-1 828,0-3 0,1-5 0,1-2 1,1-4-800,-1-3 1558,-1-7 0,-1-2 0,0-3 0</inkml:trace>
  <inkml:trace contextRef="#ctx0" brushRef="#br0" timeOffset="149686">13354 2893 8499,'0'-6'265,"2"0"0,0 1 0,1-1 0,0 0 0,-2 0 0,1 0 49,0 1 0,0-3 0,-1-1 1,0 1-14,1 0 0,-1 0 0,-2 2 0,-3 0-39,-2 0 1,-2 3 0,-2 1 0,-1 2-31,0 2 1,-1 1 0,-2 4-127,-2 1 1,2 1 0,-1 4 0,1 1 0,1-1 0,1 1 0,2 0-1,1 0 1,0 1 0,0-1 0,1 1 0,3 0 0,1-1 0,1 1-1,2-1 1,0 1 0,1-1 0,1-1 1156,1 2-1535,1-3 0,5 0-155,2-5 0,1 0 1,1-2-1,2-1-101,1-2 0,2-2 0,1-2 0,-1-3-777,1-2 0,-4 0 1,0-3 435,-2 0 1,0-1-1,-1-1 1</inkml:trace>
  <inkml:trace contextRef="#ctx0" brushRef="#br0" timeOffset="148975">13162 2597 8355,'-1'-4'-1139,"-1"2"1,2 4 1789,-2 2 1,1-1 0,2 1 0,0-1 35,1 0 0,5-1 0,-1 1 0,3 0 0,3-2-139,3 0 1,6-1 0,3 0 0,5 0-366,3 0 1,6-3 0,4-1 0,3-1 0,5-1 4,1 1 0,7-1 0,-3 1 0,2 1-125,1 2 1,2 1 0,-3 1 0,0 0 48,2 0 1,-1 0 0,1-2-149,0 0 0,-1-2 0,3 1 1,-1-1-234,-2 0 0,-3 2 0,-4-1 0,-2 0 1,-5 2 126,-4 0 0,-4 4 0,-5 1-3324,-4 1 2099,-8 1 1,1 2-1,-5 1 1</inkml:trace>
  <inkml:trace contextRef="#ctx0" brushRef="#br0" timeOffset="149986">13429 3004 8355,'4'3'1131,"-2"1"-753,-2 0 1,2 3 0,0 0 0,-1 1 0,0 1-91,-1 2 1,-2-2-1,0 0 1,1 2 0,0-1-1,-1 0 1,0-1 0,1 0-1,0 0 1,1-1 17,0-1 1,1-1-2975,1-2 1048,-1-1 1,6-3 0,0 0 0</inkml:trace>
  <inkml:trace contextRef="#ctx0" brushRef="#br0" timeOffset="150432">13598 2893 8355,'-6'0'0,"0"0"1,1 1 1167,1 1 0,0-1-816,2 3 0,1-1 1,3 2-1,1-2 0,3 0-186,2 0 0,1-1 1,3 0-436,-1 1 1,4-3-1,0 2 1,3-1-1049,3-1 1,-1-2 438,3 0 0,2-2 0,1 0 1</inkml:trace>
  <inkml:trace contextRef="#ctx0" brushRef="#br0" timeOffset="150431">13679 2893 9721,'-1'4'727,"-2"0"1,0 0-370,1 2 0,0-2 0,1 1 0,0 2-293,-1-1 0,0 3 1,2 1-1,0 1 1,0 0-1,0 1 1,0 0-1,0 1-596,0-2 1,0 2 0,0-6-884,0 0 1,3-1 297,0-2 0,0-2 929,-1-4 0,1-4 0,0-3 1</inkml:trace>
  <inkml:trace contextRef="#ctx0" brushRef="#br0" timeOffset="150875">14150 2818 10590,'4'-2'0,"0"0"0,1 1 522,0 0 0,-2 2 0,-1 1 0,-1 2 0,-2 3-242,-1 0 1,-2 6-1,-4-1 1,-1 2-183,-2 2 0,-3 1 0,-1 0 0,-1 1-233,-2-1 1,4 0 0,-3-1 0,2-3-493,2-1 0,4-3 0,1-1-544,1-4 0,4-1 0,-1-5 0,2-1 701,0-5 1,2-5-1,0-2 1</inkml:trace>
  <inkml:trace contextRef="#ctx0" brushRef="#br0" timeOffset="150876">14046 2795 10129,'3'-6'1441,"0"0"-1273,-3 0 0,0 3-58,2 1 1,-1 2 0,1 2 162,1 2 0,0 3 1,0 3-1,0 1 20,0 1 0,-3 3 0,2 1-366,-1 3 1,1 1 0,0 0 0,-1 0-591,0 1 0,-1-1 0,2-3 0,0-2 295,1-1 1,2-5 0,2-3-742,1-4 1,5-1 0,-1-1 0</inkml:trace>
  <inkml:trace contextRef="#ctx0" brushRef="#br0" timeOffset="151223">14296 2684 10586,'-2'-4'0,"0"0"0,3 0 0,2 1 0,3 1 555,2 2 0,-1 0 1,3 0-1,-1 0-252,0 0 0,2 2 1,-1 0-190,1 1 0,1 1 1,-1 2-1,-2 0 36,-1 0 0,-1 1 0,-2 1 0,-1-1-19,-2 0 1,-2-1 0,-1 0-1,-2 1-118,-3 1 1,-4 0 0,0-1 0,-2 1-117,-2-1 1,0 0 0,3-1 138,-1-1 0,1 1 0,2-1 0,1 0 45,4-1 0,-1-2 0,4 2-77,2 0 1,4 1 0,5-2 0,1 0-40,0 0 0,3-3 0,3 2 1,1-1-446,1-1 0,2-2 0,-1 0 0,-2 0-1436,1-1 1,-2 3 0,0-3 0</inkml:trace>
  <inkml:trace contextRef="#ctx0" brushRef="#br0" timeOffset="1521">12163 856 8355,'-9'0'355,"1"4"0,0 0 1,2 5-1,3 0-1366,2 0 1,5-1-1,1 1 1</inkml:trace>
  <inkml:trace contextRef="#ctx0" brushRef="#br0" timeOffset="37545">18187 943 8355,'0'-8'238,"0"-1"94,0 0 0,0 3 108,0 0 1,0 5 0,-1 0-36,-2 3 1,1 5-1,-3-1 1,1 3-146,-1 2 1,-1 0 0,-3 3 0,-1-1-150,-1 1 0,1 1 0,-2 2 0,2 2 0,-1 0-82,-1 1 1,1 2 0,2-4 0,0 1-149,0-3 1,3-1 0,2 0 0,0-4-1,2-3 1,2-5 0,3-6 0,3-6 0,2-4-1,3-7-279,1-4 1,3 0 0,0-7 0,0 2 0,1 0 0,-1 1-1,-1 2 1,0 1 124,-3 2 0,-1 7 0,-1 2 378,0 3 1,-4 3 0,1 2 3,1 3 0,-3 3 1,-1 4 14,-2 5 1,-1 4 0,0 5 0,0 2 50,0 0 1,0 7 0,-1 1 0,-1 1 31,-1 1 1,0-1 0,3-4 0,0-1 286,0-4 0,1-4-406,2-2 1,2-4 0,4-1 0,-1-6 105,1-5 1,0-4-1,1-7 1,0-4 0,2-5-74,-1 0 0,-1-5 0,1 2 0,0 1-158,-3-1 0,0 1 1,-2-1-1,1 3-600,-1 0 0,1 3 0,-4 4 0,-1 4-1196,-1 1 0,1 1 1302,1 0 1,4 5 0,-2 0 0</inkml:trace>
  <inkml:trace contextRef="#ctx0" brushRef="#br0" timeOffset="37987">18371 1451 8355,'-5'4'163,"-3"1"0,4 4 219,-1-1 1,2-3-223,6-2 0,-1-2 0,3-3 0,2-3-56,1-3 0,1-7 0,0-1 0,0-3-152,3-4 1,-2 0 0,2 1 0,0 0 34,0 3 0,-2 1 1,-3 4-1,-2 2 132,-1 2 1,-1 5 61,-3-1 1,0 5-1,-1 2-43,-2 7 0,1 0 1,-4 5-1,-1 0-268,0 1 1,1 0 0,1 0 0,1 1-474,2-1 0,-2 1 0,1-3 0,1-1-434,1-2 0,2-4 821,2-2 1,2-2 0,4-1 0</inkml:trace>
  <inkml:trace contextRef="#ctx0" brushRef="#br0" timeOffset="38902">18555 1258 8355,'-9'0'280,"4"4"0,-2-2 0,5 4 970,0 1-1370,5-3 0,4 0 0,6-4 0,1 0-112,1 0 0,2 0 0,0 0 0,1-1-104,-1-2 1,1 2 0,0-2 0,1 1-786,-2-1 910,3 2 1,-7-7 0,5 3 0</inkml:trace>
  <inkml:trace contextRef="#ctx0" brushRef="#br0" timeOffset="38253">18537 1127 11015,'-4'5'-1151,"4"3"270,-3-2 68,6-2 1,1 3 0,5-2 0</inkml:trace>
  <inkml:trace contextRef="#ctx0" brushRef="#br0" timeOffset="38901">18686 1206 8355,'-1'6'328,"-2"0"1,2-1-1,-2 4 1,2 0 0,1 1-1,0 0 1,0 3-249,0 1 0,-2-3 1,-1 4-1,1 0-398,1 2 1,-2-2 0,0-2 0,0 0-883,-1-2 0,3-2 806,-2 0 1,-2 0 0,0 0 0</inkml:trace>
  <inkml:trace contextRef="#ctx0" brushRef="#br0" timeOffset="38903">18896 1180 9965,'0'8'311,"0"1"0,0 0 1,0 0-225,0-1 1,0 5 0,-1 2-1,-1 1-144,0 2 1,-2-1 0,2 2 0,-1-1-201,1 0 1,1 0-1,1-6 1,0-1-1,1-3 1,2-2-682,3-3 0,1-6 0,2-2 1</inkml:trace>
  <inkml:trace contextRef="#ctx0" brushRef="#br0" timeOffset="39294">19124 637 8355,'-3'6'236,"0"-1"0,0-2 0,3 3 0,0 1 0,0 2 0,0 2 0,0 1 0,1 2 0,1 1 624,1 2 0,4 3 0,-2 2-716,0 0 0,1 1 0,-3 5 0,-1 0 0,-1 1 0,-1 0 0,0 0 0,0 1 69,0-2 1,0 1 0,-1-2 0,-1-1-327,-1-1 1,-3-1 0,1 0 0,-1-4-226,0-2 1,0-1-1,-2-1 1,2-3-996,0 0 0,1-2 0,-2-2-1190,1 0 2270,4-4 0,-2-1 0,4-4 1</inkml:trace>
  <inkml:trace contextRef="#ctx0" brushRef="#br0" timeOffset="40016">19413 541 8355,'0'-9'60,"-1"1"732,-2 2-106,2 2 0,-3 5 0,4 2-122,0 3 0,0 2 0,0 1 0,0 0-430,0 3 0,0 2 0,0 4 1,0 2-1,1 4-49,2 1 0,-1 5 1,3 2-1,0 3 17,0 3 0,-3-1 0,0 5 0,-1 1-39,-1 0 1,0 4 0,0-5 0,-1-1-29,-1-1 1,-3-3 0,-4-5 0,-1-3-208,-1-2 0,0-1 1,-4-2-1,1-2-727,0 0 1,0-5 0,4-3-286,-2-1 0,0-3 220,4-4 0,-1 2 0,0-3 1</inkml:trace>
  <inkml:trace contextRef="#ctx0" brushRef="#br0" timeOffset="65970">19775 959 8355,'-3'0'524,"-1"-1"0,1 0 0,1-1 1,2 1 593,2 0 0,1-1 0,1 1-951,3-1 1,-2 2 0,4-1 0,-1 0 0,2-1 0,0 0 0,0 2-97,0 0 0,-3 0 0,2 0 1,0 0-322,-2 0 0,-3 2 0,0 0 0,0 2-870,2 0 1,-3-1-1,1 1-992,1 1 1346,0-3 1,1 3 0,-1-2 0</inkml:trace>
  <inkml:trace contextRef="#ctx0" brushRef="#br0" timeOffset="34631">16742 1127 8355,'-8'0'231,"-1"0"0,1 1 1,1 1 1019,2 1-965,3 4 1,-1-3 0,6 2 0,2-1-6,3-1 1,5-1 0,1-3 0,3 0 0,0 0-2,1 0 1,2-1 0,2-1-693,0-1 1,3-3 0,2 1 0,0-1 0,-2 1-2368,1 1 1996,-5 1 1,4 3 0,-2 0 0</inkml:trace>
  <inkml:trace contextRef="#ctx0" brushRef="#br0" timeOffset="34321">17031 1083 7502,'6'-9'0,"0"-2"0,1-2 0,1-1 0,0-4 215,1-1 1,-3-3-1,-1 3 1,-1-2-1,-2 2 1,-1 0 150,-1 2 1,0 0-1,-1 2 1,-2 1-1,-3 2-2,-2 1 0,-1 1 1,1 1-54,-1 1 1,0 3 0,0 2 0,1 2-307,-1 1 1,0 1 0,0 2 14,1 3 1,2 5-1,0 4 1,-1 2-1,0 4 168,1 2 1,-1 3 0,2 4-1,-1 2-103,0 2 0,3 4 0,-2 0 0,1-2-195,3-3 1,0 0-1,1-4-456,0-1 0,2-4 0,2-5 0,1-2-257,2-3 0,0-3 0,0 0 0,-1-4-306,0-1 0,-1-4 1053,1 1 0,-4-6 0,2-2 1</inkml:trace>
  <inkml:trace contextRef="#ctx0" brushRef="#br0" timeOffset="35469">17469 681 8355,'0'-9'238,"0"0"1,-1 1 0,-2 3 0,-2 5 0,-1 6 0,-2 5 0,-2 4 0,0 1 0,1 2 71,0-1 1,-1 2 0,-1 0 0,-1 2 0,-1 2 0,0 2 0,0 2 0,-1 4-1,2-1 1,-2 1 0,1 0 0,1 1 0,1 0 0,1-1-26,2-1 0,2-1-532,0-6 0,4 1 1,-1-4-158,2-4 0,2 1 0,2-5 0,3-2 0,2-1-997,0-3 0,2-2 0,2-4 409,2 0 0,3-4 805,0-2 1,1-6-1,-1-1 1</inkml:trace>
  <inkml:trace contextRef="#ctx0" brushRef="#br0" timeOffset="35997">17530 1127 8355,'5'-4'-115,"0"2"0,-2-4 0,2 0 0,1-3 0,0-2 0,0-1 0,1-1 509,-1 0 0,1 1 0,-3 1 0,0-1 0,0 2-120,-2 0 0,-1 1 0,-1 0 0,-1 2 96,-2 1 1,-1-2-1,-3 3 1,0-1 42,-3 0 0,2 4 0,-5-1 0,1 3-248,1 0 1,-5 3 0,1 4 0,-1 4-103,-2 4 0,4 2 0,-1 3-167,0 4 1,1-2 0,0 1 0,2-2 115,1-2 1,2-1 0,3-3 0,4-1-481,1-1 0,1-2 0,1-3-86,1-2 1,3-2 0,4-4-1,1-1 1,2-3 114,2-5 0,0 0 1,0-5-1,2 0 199,0 1 0,1 2 0,-2-1 0,-3 3 51,1 0 1,-3 4 0,1 2 342,-1 2 0,-2 2 1,-1 3-1,-3 4 341,0 2 1,-1 6 0,-3-1 0,0 2 85,0 4 1,-4-2 0,-1 3-168,-3 0 1,-4 2 0,-1-2 0,0 2-195,-3-1 1,0 1 0,-2 1 0,1-1-664,-1-1 0,1-5 0,-1 0 0,1 0-1100,-1-2 1,-3-5-1,-2 2 1</inkml:trace>
  <inkml:trace contextRef="#ctx0" brushRef="#br0" timeOffset="36646">18038 716 7464,'0'-5'595,"-1"-2"0,-2 5-86,-2 3 1,-2 3 0,0 5-200,1-1 1,0 2-1,-2 1 1,-1 0 0,0 0 92,0-1 1,0 3-1,1 1 1,-2 3-241,-2 0 0,3 1 1,-3-1-1,2 2-16,1 1 1,1 0-1,-1 2 1,0 0-109,0 1 0,2-3 0,0 3-89,1 2 1,4-2 0,-2 2 0,1 2-99,0-3 0,0 5 0,3-3 0,0-1-322,0-1 0,0-4 0,1 0 0,1-2 1,2-3-419,1 0 0,-2-6 0,3 1 8,1-3 1,0-5 525,2 1 0,0-10 0,0-3 1</inkml:trace>
  <inkml:trace contextRef="#ctx0" brushRef="#br0" timeOffset="68683">20668 867 7169,'0'-6'1443,"0"2"-902,0 0 1,1 1 0,0-3 0,2 0 580,0 0 0,-2 3 213,1-1-459,-1 2-631,-1 0 1,-1 6 0,-1 3-113,-1 1 1,-3 2-1,0 2 1,-2 1-90,-1 0 0,0 3 1,-1 0-1,0 3 0,-1 1-104,0 1 0,1-2 0,1-1-51,1-1 1,-1 0 0,3 0 35,0-2 0,-1-1 0,4-2 0,-1-1-80,0-2 0,3 0 0,-1-4-217,1 1 1,2-3 251,1-3 1,0-6 0,3-5 0,2-2-16,1-2 1,0-1 0,2-3-1,0-2-98,1 1 1,0-2-1,-1 2 1,-1 0 79,-1 1 1,2-1 0,-3 4 0,1 0 0,-3 3 183,-1 3 182,1 2-166,-4 2 0,1 6 0,-2 2 0,0 4 0,0 4 0,0 2 0,0 1 0,-1 2 0,-2 2 0,0 1 149,1 1 1,-2 0 0,2 1-124,1 0 1,0 1 0,1-2 0,1-1-149,1-2 1,1-2 0,3-2-1,-1-1 144,1-2 1,0 0 0,0-4 0,-1-1 62,1-2 0,0-2 0,0-1 0,0-3 183,2-4 1,-1-2-1,2-2 1,0-2-117,0-3 1,0-1 0,1-3-218,0-1 1,-3-1 0,2-1 0,0 0-1,-2 3 158,-1 0 0,-2 3 1,-1 2-658,0 3 1,0 3-1,-1 3 1,0 0-1004,-2 1 0,0 4 1,0 2 532,0 3 1,-2 5 0,-1 1 0</inkml:trace>
  <inkml:trace contextRef="#ctx0" brushRef="#br0" timeOffset="69133">20778 1357 8355,'0'5'-79,"0"1"1,2-3 331,2-1 1,1-2 0,1-2-1,0-2-8,0-3 1,0 0-1,1-3 1,1-2 56,-1-1 1,1 0-1,0 1 1,0 1-18,0-1 1,-2 1 0,0 0 0,-2 1 49,-2 3 1,0 2-1,-1 2 263,1 0-627,-1 1 0,1 3-55,-4 1 0,1 1 0,-1 3 0,1 0-457,-1-1 0,1 3 0,-1 0 0,0 1 1,0-1-465,1-1 0,0 1 1,1 0-1,0-1 680,0 0 0,2-4 0,2-1 0</inkml:trace>
  <inkml:trace contextRef="#ctx0" brushRef="#br0" timeOffset="69393">20991 1046 8355,'-6'-4'0,"-1"2"527,-1 2 1,2 0-1,2 0 1,0 2 0,-1 0-1800,2 1 0,0-1 0,3 2 911,0 1 0,0 0 0,0 1 1</inkml:trace>
  <inkml:trace contextRef="#ctx0" brushRef="#br0" timeOffset="152192">15505 2690 9207,'4'6'503,"0"0"1,-2-2 0,1 1 0,0 3-28,0 0 1,-1 2-1,2 2 1,-2 1 0,-1 3-326,0 1 0,1 0 0,0 1 1,-1 1-1,-2 0 0,-2 0 0,0-1 1,-1-1-157,-2-1 1,0 0 0,-1-3 0,-1 0-470,1-1 0,-1-2 0,0-3 1,3-1-564,0-2 0,2-3 0,-1-5 0,2-4 281,1-4 1,1-6 0,0-2 0</inkml:trace>
  <inkml:trace contextRef="#ctx0" brushRef="#br0" timeOffset="152451">15511 2452 10673,'0'6'-1307,"0"-1"1,0 1 724,0 0 1,2 0-1,2 0 1</inkml:trace>
  <inkml:trace contextRef="#ctx0" brushRef="#br0" timeOffset="153155">16540 2591 8355,'6'0'889,"-1"0"-390,-1 0 1,0 0 0,-2-2 0,-1-2-80,0-1 1,-1-1 0,0 0 0,0 0-242,0 0 1,-2-1-1,-1-1-179,-2 1 1,0 0 0,-3 0-1,0-1 40,0 1 1,-2 1-1,1 2 1,-1 2-1,1 1 93,-2 1 1,-1 5-63,0 1 1,-1 5-1,4 2 1,-2 1 0,-1 2 68,0 1 1,3 0-1,-1 1 1,0 0-69,1 1 0,1-3 1,2 1-1,1-2-172,1-2 0,0-1 1,2-3-1,0-1-149,2-2 1,2-2 0,2-2 0,2-2-364,2 0 0,1-1 0,4-3 0,2-4 165,-1-2 1,0-2 0,1-1 0,2-1 221,-1 1 1,-1 4 0,-1 1-1,-2 2-87,0 2 1,-3 2 0,0 2 503,0 2 1,-1 2-1,-3 4 1,-1 2-1,0 1 765,-2 0 0,0 1 1,-2 1-697,0 1 1,-2 1-1,-3 0 1,-2-1-1,-2 1 1,-1-1-1,0 1 1,-2 0-1,-1 1 1,-2 0 0,1 0-1,-1-1-602,-1-1-168,-1 2 1,-1-3 0,2 0 0,-1-1-1,3-2 1,0-2 0,2-1-749,2-4 1,3-2-1,-2-1 1</inkml:trace>
  <inkml:trace contextRef="#ctx0" brushRef="#br0" timeOffset="153617">17052 2365 8355,'0'-4'534,"0"0"0,-1 3 0,-1-1 55,-2 1 1,-1 2-60,-1 1 1,0 1 0,-1 3-1,-2 0 1,1 2-172,-1 2 1,-1 1-1,0 1 1,-1 1-135,0 0 1,-1 4 0,1-2 0,0 2-35,1 0 1,-1 3 0,2 0 0,0 0-212,1 2 1,2-2 0,0 0-1,2-1 1,1-1 0,0 0 0,2-1-394,0 0 1,2 2-1,1-5 1,2 2-1,1-1 143,3-1 1,1-3 0,3-3-554,0 1 1,2-5 0,1 0-601,2-3 1,0-6-1,1-2 1</inkml:trace>
  <inkml:trace contextRef="#ctx0" brushRef="#br0" timeOffset="154373">17162 2551 8355,'4'-3'98,"0"1"1,-2 1 239,2 1 1,-2 1-63,2 1 1,-3 1 0,1 3 281,-2-1 0,-2 4 1,-2 1-1,-2 1-71,-2 0 0,-1 3 0,-4 2 1,-1 1-484,-1 0 1,0 1-1,-1-1 1,0 0 0,1-2-359,0-1 1,1-3-1,3-1 1,1-3-31,2-2 0,2-3 0,0-2 0,1-1-688,1-3 0,1-2 1,3-7 531,0 0 1,3-2-1,1-3 1,1-1 487,1-3 0,0 2 0,0-1 1,1 2 51,1 2 0,0 2 0,-3 4 0,-1 1 0,0 3 89,1 3 0,-2 1 518,1 3 1,-1 3 0,2 0 0,-2 3 99,-1 2 1,1 2 0,-2 3 0,2 1 0,-1 0-369,1 0 0,1 2 0,-2 0 0,2 0-561,0 0 1,1 0 0,1-3 0,1 0-37,0-3 1,1-2 0,1-4-497,2-3 0,0-1-331,0-4 0,3-5 0,1-6 1</inkml:trace>
  <inkml:trace contextRef="#ctx0" brushRef="#br0" timeOffset="154374">17307 2376 8355,'0'-3'938,"0"1"-511,0 4 0,3-1 0,1 4 1,1 1 481,1 1 0,0 3-633,2 0 0,-1 2 0,1 1 0,0 3 1,-1 2-1,1 3 0,-3 0 0,0 3 115,-1-1 1,-3 0 0,1 3 0,-1-1 0,-2 0-294,-1 0 1,-4 1 0,-3 0 0,-2-1-944,-1-1 1,1-3 0,1-6-1,3-2 100,0-2 0,3-4-951,2-5 1,5-5 0,6-7 0</inkml:trace>
  <inkml:trace contextRef="#ctx0" brushRef="#br0" timeOffset="154791">17592 2655 8355,'-3'3'88,"1"1"0,2-1 164,2 1 0,3-1 0,4 1 0,2-2 0,4-1-224,1-1 0,4 0 0,2 0-849,2 0-9,0 0 0,5-3 0,-3 0 0</inkml:trace>
  <inkml:trace contextRef="#ctx0" brushRef="#br0" timeOffset="154790">17610 2568 9414,'6'0'0,"-1"0"0,1-2 929,0 0 1,2 0 0,0 2 0,1 0-743,2 0 0,0 0 1,0 0-1,1 0-157,-1 0 0,1 0 0,0-2 0,1 1 0,0-1-238,-2-1 0,0 2 0,-3-2 0,-1-1-1659,-1 1 1,0-1-1,0-2 1</inkml:trace>
  <inkml:trace contextRef="#ctx0" brushRef="#br0" timeOffset="159367">18401 2399 8355,'-6'0'-55,"0"0"1,3-1-899,1-1 1385,1 2 1,2-3 0,1 3 46,2 0 1,1 0 0,1 0-1,2 0 144,2 0 0,5 0 1,4 0-1,3 0-319,4 0 1,4-2 0,3 0-1,2-1-116,2 0 1,6 1-1,6 0 1,0 1 9,0-1 0,6 2 1,0 0-185,2 0 1,2 2-1,-1-1 1,-1 1-75,0-2 0,0 0 0,-1 0 0,0 0 0,-2 0-7,-3 0 1,2 0 0,-7 0 0,0-2-660,-3 1 1,-1-1 0,-8 2-1,-2 0-863,-3 0 1,-4 0 775,-4 0 1,-1-3 0,-3 0 0</inkml:trace>
  <inkml:trace contextRef="#ctx0" brushRef="#br0" timeOffset="158923">19069 2044 9041,'0'-5'1470,"-2"1"-1495,1 2 1,-2 2 532,3 2 0,0 1 1,0 3 8,0 0 1,0 2 0,0 2 0,0 1-259,0 1 0,0-1 1,0 1-1,0 0 1,0 0-92,0 1 1,0 0 0,0 0 0,0 0-273,0-2 0,0-1 0,0 0 0,1-1-640,1 0 1,-1 0-1,1-3 1,-2-1-690,0 1 0,1-1 1,0 0 780,1-1 0,3 0 0,-2 1 0</inkml:trace>
  <inkml:trace contextRef="#ctx0" brushRef="#br0" timeOffset="159950">18651 2591 8355,'0'-4'689,"0"0"245,0 3 0,0-1 0,0 4-425,0 2 1,0 2 0,0 1-305,0 0 1,0 4-1,0-2 1,0 3-122,0 2 1,0 0-1,0 3 1,0-1-52,0 3 0,-2-3 0,-1 0 0,1 0-380,-1 1 0,-1-2 0,2-1 0,1-1 0,0-2-1365,1-2 1,1-2 583,1-3 0,3-3 748,3-5 0,2-2 0,-1-6 1</inkml:trace>
  <inkml:trace contextRef="#ctx0" brushRef="#br0" timeOffset="160463">18761 2684 9326,'-8'-3'323,"2"0"1,-3 3 0,3 0 310,1 0-345,1 0 1,5 0 0,5 0 0,3 0-106,4 0 1,3 0 0,4-1 0,2 0 0,2-1 0,2-1 0,0 0-1,0 2 1,0 0-876,-1 1 1,-1 0 68,-2 0 1,-5 0 0,-3 1-573,-2 1 1,0 1-1,-1 3 1</inkml:trace>
  <inkml:trace contextRef="#ctx0" brushRef="#br0" timeOffset="160462">18860 2585 9995,'-3'3'223,"0"2"0,1 3-651,1 1 1,-1 2 0,2 2 0,-1 0 430,-1 0 1,1 4-1,-3 0 1,0 1 222,1 0 1,-2 2 0,1-1 0,0 0-252,1-1 0,1-3 0,0-2-1087,2 0 0,0-5 467,2-2 1,2-7 561,1-5 0,1-6 0,0-1 1</inkml:trace>
  <inkml:trace contextRef="#ctx0" brushRef="#br0" timeOffset="161360">19359 2643 8419,'0'-5'228,"2"1"0,1 0 1,0-1-34,-1-2 1,1 1 0,-2-1 0,1 3 215,-1-1 0,-1 0 0,-2 0 183,-2 1 0,-3 1 1,-2 3-289,-2 0 0,2 0 1,-4 1-1,0 1-138,-1 2 0,0 1 0,-1 1 0,1 0 0,2 1 14,1 1 0,0 1 1,2-2-1,0 2-79,1 0 0,2 2 0,1-1 0,0 1-139,1 1 1,3-1 0,-1 1 0,2-1-151,0-1 1,0 0 0,2-2 0,2 1-73,1-1 1,2 0-1,0-2 1,1-1-335,1-1 1,1 0 0,2-2-1,1 0-451,1-2 0,1 0 1,-1 0-1,1 0 561,-1 0 1,2-2-1,-1-2 1</inkml:trace>
  <inkml:trace contextRef="#ctx0" brushRef="#br0" timeOffset="161809">19400 2748 8355,'3'-1'372,"0"0"0,0-1 0,0 1 156,3 0 1,-1 1-1,1 0-229,0 0 1,0 3 0,0 1-1,-1 3-48,-1 1 1,-1 1 0,-2 0-1,1-1-72,-1 0 1,-1 2 0,-1-1 0,-1-1-42,-2 0 0,-1 2 1,-4-2-1,1 1-54,-1-1 0,0 0 0,0-3 0,1 0-68,-1-1 0,2-3 0,1 3-93,0-2 1,2 0-140,0-2 1,4 0 0,-1 1 161,2 1 0,6-1 0,-1 2 0,1 1 60,1-1 1,-1-1 0,3 2 37,0 0 1,1-1-1,-1 1 1,0 0 0,-1 0-28,0 0 1,2-3 0,-3 2-1,0-1-395,1 0 0,-1 0 0,-3-2-221,1 0 1,-1-1-1,0-1 1,-1-2-640,0-1 0,1-3 0,1-2 0</inkml:trace>
  <inkml:trace contextRef="#ctx0" brushRef="#br0" timeOffset="162418">19883 2603 7895,'6'-3'760,"-3"3"0,0-2 0,-3 4 0,0 2 0,-2 1-191,-2 3 1,0-1 0,-6 3 0,0 0 0,-2 1-345,-1 1 1,-2 0-1,-1 0-156,1 1 1,-1 0-1,-1 0 1,0-1-1,2 0-276,1 0 0,2-1 0,1-2 0,1-2-4103,2-2 2593,4 0 1,4-9 1400,4-2 1,4-6-1,1-3 1</inkml:trace>
  <inkml:trace contextRef="#ctx0" brushRef="#br0" timeOffset="163102">19755 2562 8355,'0'-3'513,"0"1"1,0 4 0,1 3 0,0 2 0,2 2 386,0 2-467,-2 1 1,2 2-1,-1 2 1,0 0-171,1 2 0,-1-1 0,2 1-331,-2-1 0,3-1 0,-1-1 0,1 1-406,1-1 0,-2-4 0,1-3 1,2-2-1,-1 0-383,1-3 1,-2 0 0,2-3 0,0-1 219,1-3 0,2-3 0,-1-4 1</inkml:trace>
  <inkml:trace contextRef="#ctx0" brushRef="#br0" timeOffset="163103">20011 2533 8355,'0'-6'-105,"0"1"1,0 1-1,0 0 1,2 2 0,2 0-1,0 0 288,-1 0 1,1 0 0,2 2 593,0 0 1,0 2-1,0 1 1,-1 1-373,1 1 0,0 3 1,0-1-1,0 0-300,-1 2 0,-1 0 1,-1-1-1,0 0-30,-2 0 0,-1-1 1,-2 0-1,-3 1 11,-2-1 0,-3-1 0,1 1-49,0-3 1,2-1 0,0 1 0,0-1 463,1-1-512,0-1 0,4 4 0,2-2 57,3 1 1,5 0 0,2-1 0,1-1 50,3 1 0,-1-1 0,2-2 1,1 1-249,-1 0 0,1 0 1,-3 1-1,-2-1-1331,0-1 0,-4 0 11,0 0 0,0-3 0,-1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5:12.046"/>
    </inkml:context>
    <inkml:brush xml:id="br0">
      <inkml:brushProperty name="width" value="0.04536" units="cm"/>
      <inkml:brushProperty name="height" value="0.04536" units="cm"/>
    </inkml:brush>
  </inkml:definitions>
  <inkml:trace contextRef="#ctx0" brushRef="#br0">6 91 6780,'0'-6'1158,"0"3"0,0 0-658,0 1 1,-1 1 0,0 0-120,-1 2 0,0 0 0,2 3-314,0 1 0,0 0 1,0 0-1,0 1 1,0 2 57,0 1 0,0 2 0,0 0 0,0 1-50,0 1 1,2 0 0,0 2 0,-1 0 0,0 2-103,-1-1 0,0 1 0,0-1 0,0 0-22,0-1 0,0-2 0,0-1 16,0-2 0,0 0 0,0-2 0,1-2 59,0-2 0,0-1 76,1-1 0,-1-4 0,-1 0-109,0-4 1,0-6 0,0-3 0,0-3 0,0-4-219,0-1 1,-1-1 0,0-2 0,-1-1 91,1 2 0,0 0 1,1 2-1,1 1 1,0 2 39,1 4 0,2 1 0,0 4 60,3 0 0,0 2 1,2 2-1,0 2 93,-1 1 0,2 3 0,2-1 0,0 2 11,1 0 0,0 2 0,-3 2 0,-1 3 196,1 3 1,-1 1-1,0 1 1,-1 2 13,-1 1 0,-3-2 1,-1 2-1,0 0-116,-2-1 1,-1 2 0,-2-3 8,-2 2 1,-1-1-1,-2 1 1,-1-1 0,-2-1-132,0 0 1,-2 0-1,-1-2 1,1 1-280,0-1 1,0-2 0,0-2 0,0-1-1,2-2-657,2 0 1,0-3-97,2 1 1,1-2-142,2-2 1,3-3 0,3-4 0</inkml:trace>
  <inkml:trace contextRef="#ctx0" brushRef="#br0" timeOffset="485">236 248 8355,'0'3'538,"0"0"1,1-3-353,1 0 0,-1 0 29,3 0 0,0 0 0,1 0 0,1 1-1,-1 1 0,2 1 1,0-2-154,0 1 0,1 0 1,-2-2-1,1 0-82,0 0 1,3-3 0,-1-2 0,0-3 0,0 0 69,-1-2 0,1 1 1,-1-1-1,-2 1-42,-1 0 1,-3 1 0,-2 3 127,0-1 1,0 0-1,-1 1 1,-1 1-1,-3 1 25,-2 0 1,-3 0 0,1 1 148,-2 0 1,0 2 0,0 0 0,0 0-194,2 0 1,-2 3 0,2 3 0,0 2 0,0 3-15,1 0 0,1 3 0,2 1-190,1 1 1,-1-1 0,4-1 0,-1 1-248,2-1 0,0-1 0,2-1 0,2-2 0,1-2-847,1-2 0,4-1 0,1-1 473,3-2 1,-1-5-1,2-3 326,1-2 1,0-5 0,1-2 0</inkml:trace>
  <inkml:trace contextRef="#ctx0" brushRef="#br0" timeOffset="1503">500 181 8617,'-5'-3'656,"-1"2"-332,1 0 0,-1 0 0,1 2 105,1 0 1,0 1-63,2 1 1,0 1-1,2 2-292,0-1 0,3 0 1,1 0-1,2-2 0,2 0-208,1 0 1,0-2 0,3 2 0,1-1 230,2 0 0,0 0 1,0-2-2077,0 0 1,2 0 1312,-1 0 0,1 2 0,0 1 1</inkml:trace>
  <inkml:trace contextRef="#ctx0" brushRef="#br0" timeOffset="893">658 158 8355,'0'-8'-299,"2"2"0,-1-2 1,1 0-1,0 0 1,0-1 739,-1-1 1,0 1 0,-1 1-149,0 0 0,-1-1 0,-1 3 0,-1-2 0,0 1 217,-1 1 0,0 1 1,-2 1-1,0 2-135,-1-1 1,1 3 0,-2-2 0,2 4-157,0 1 0,-1 3 1,-1 1-89,1 0 0,1 3 1,0 0-1,1 2 1,-1 2 44,1 0 0,1 1 0,1 2-292,0 0 0,1 0 0,2 0-159,0 0 1,0-1 0,1-1 0,1-2 0,2-1-592,1-1 1,0-2 0,1 0 0,0-1 214,2-3 1,-2 0-1,1-3 1,0-1-1,-2-1 433,1-2 0,-1-4 0,1-2 0</inkml:trace>
  <inkml:trace contextRef="#ctx0" brushRef="#br0" timeOffset="1504">764 192 8355,'6'-3'2811,"-3"3"-2353,-1 0 1,-1 3 0,-1 2-1,0 2-204,0 0 1,-1 2 0,0 2 0,-1 0-320,1-2 1,0 1 0,1-2 0,0-2 169,0 1 0,0-2 1,1 0-1512,1-1 0,-1 0 0,3-2 0,-1-4 726,0-3 0,2-3 0,-1-3 0</inkml:trace>
  <inkml:trace contextRef="#ctx0" brushRef="#br0" timeOffset="1505">804 34 5930,'0'-5'3359,"0"2"-4625,-3 0 693,3 3 1,-5 3 0,2 0 0</inkml:trace>
  <inkml:trace contextRef="#ctx0" brushRef="#br0" timeOffset="2286">939 147 8355,'-6'5'222,"3"1"0,1 0 429,1-1 0,0 3 0,-1 0 1,0 0-223,2 0 0,-1 2 0,0-1 1,-1 0-157,1-2 1,0 1 0,1 0 5,0-1-890,0-1 517,0-3 0,3-5 0,0-4 0,1-3-61,-1-3 1,2 1 0,1-2-1,2 2 98,-1 1 1,-1 2-1,0 1 1,-1 0-1,1 1 21,0 2 1,1 3-1,1-1 333,-2 1 0,1 1 0,-2 0 0,0 1 0,0 2-67,-2 3 1,-1 2 0,1-2 0,0 3-133,-2-1 0,0 4 0,-1 1 0,0-1-124,0 0 0,-2-1 1,-1 0-1,1-2-1080,-1-1 0,2-2-1181,1 0 1,0-4 1685,2-2 0,1-5 0,3-4 0</inkml:trace>
  <inkml:trace contextRef="#ctx0" brushRef="#br0" timeOffset="2287">1169 209 8355,'0'3'-237,"0"1"156,0-3 1,1 4 173,0-3 0,1 0 1,1-1-1,2 1 177,2 0 0,0-2 0,1 0 0,-1-2 21,1-2 0,2-1 0,-2-1 0,2 0 0,-2-1-47,1 0 1,0-3 0,-2 2-90,0-1 1,-1 2 0,-2-2 0,-2 1 14,-2 1 1,0 1 0,-2 1 0,-2 1 0,-2 0 20,-1 2 0,-3 0 1,-3 2-1,0 1 116,0 1 0,-4 3 0,4 5 45,0 0 1,1 2-1,1 1 1,1 0-145,1 2 1,2-2 0,1 1 0,2 0-109,2-2 0,0 0 0,2-1 1,1 1-344,3-1 0,1-2 0,6-1 0,2-1-630,2-2 1,2-3 0,4-1-7164,2-2 8023,-1-2 1,3-3 0,-2 1 0</inkml:trace>
  <inkml:trace contextRef="#ctx0" brushRef="#br0" timeOffset="6992">3596 23 8368,'3'-1'999,"-2"0"1,-2-1 0,-3 0-285,-1 0 0,-1 1 1,-1-1-1,-2 2-619,0 0 0,-3 0 1,0 2-1,-1 0 19,-1 1 1,-3-1 0,0 1-166,-1 0 1,2 1-1,0-1 1,-2 1-68,1 0 1,-1 0 0,1 1-1,-1 1 104,-1-1 1,2 1 0,1 0 0,0-1 0,3 1 0,0 0 34,2-1 1,2-1-34,2 0 1,0-1-1,2 1 1,2 0-133,1 0 0,1-1 1,2 1-1,1-1 74,1 0 1,3-1-1,2 1 14,1-1 1,4 2-1,2-2 1,2 0 23,2 0 0,-1-1 1,2 1-1,-1 0 78,-1 0 0,0 3 0,-2-2 1,-1 0 75,-2 1 1,-3 0 0,-1 2-1,-2-1-3,-2 1 0,-1-1 0,-3 1 0,1 0-32,-1-1 0,-3 1 0,-1 0 0,-3-1-68,-2 1 0,0-1 0,-4 1 0,-1 0 0,-1-1-126,-2 1 0,-2 1 1,-3 1-1,1 1-12,-2-1 0,1 2 1,0-2-1,1 2 65,1-1 0,2-1 1,2 1-1,2 0 1,0 0 0,4 2 0,1-2 67,2-1 1,3 0 0,1-2 0,1 0 56,1-1 0,3 1 0,1-1 0,4-1 39,3 0 0,1-3 0,5 1 1,3-1 74,1-1 1,3-2-1,1-1 1,1 0-35,1-1 0,-4 0 0,0-1 1,0 2-262,-2 1 0,-3-2 0,0 2 0,-3 1-495,-2 0 0,-2 1 1,-3 1-1,-2 0-2824,-1 1 2528,1 2 0,-3-1 0,0 3 0</inkml:trace>
  <inkml:trace contextRef="#ctx0" brushRef="#br0" timeOffset="12391">3383 518 9651,'-2'6'0,"-1"-1"0,1-1 0,-1 0 0,0 0 0,1 1 2067,0 1-2622,2-3 0,0 1 1,2-2-1,1-1-387,0-3 1,2-1 0,-1-2 0</inkml:trace>
  <inkml:trace contextRef="#ctx0" brushRef="#br0" timeOffset="12218">3242 788 8698,'-2'4'805,"0"-1"1,0-1-486,0 2 1,1-2 0,-1 2 37,2 0 0,-1-1 0,0 1 1,-1 0 158,1 1 1,0 1-390,1-1 0,3-2 0,0-1-200,2-4 0,3-1 1,0-5-1,0-1-150,0-2 0,2-2 0,-1-2 0,0-1 133,1 1 1,-3-1 0,0 3-1,-1 1 1,-2 0 223,0 3 1,-2-1 777,1 3-799,-1-1 1,0 6 0,-2 2-109,-2 3 0,1 2 0,-1 1-11,2 1 1,-2 0 0,0 3-1,0 0-12,-1 0 1,3 3 0,-2 1 0,1 1 0,-1 0 1,1 0-1,-1-1 1,2 0-329,0-2 1,0-2 0,0-1-836,0-1 1,0-3 0,2-3 276,2-2 0,3-7 0,2-2 0</inkml:trace>
  <inkml:trace contextRef="#ctx0" brushRef="#br0" timeOffset="13776">3478 647 8355,'-1'-3'426,"0"1"0,-1 0 0,-1-1 364,1 0 1,0 2 0,4-1 0,2 1-705,1 1 0,1 0 0,-1 1 0,2 0 1,0 1-1,2 0 0,0 0 0,1 0 0,-1 1-404,0-1 0,1 0 1,-3-1-1,0 0-609,-1 1 0,0 0 1,-1 0-1033,1 0 1502,-3-1 0,2 2 0,-2 0 1</inkml:trace>
  <inkml:trace contextRef="#ctx0" brushRef="#br0" timeOffset="14062">3478 720 8355,'-2'3'278,"1"2"0,-2-3 0,4 1 0,1 0-107,2 0 0,3-2 1,3 1-1,0-1-427,1 1 0,1-1 1,-1 1-1,2-2-743,0 0 0,2 1 649,-2 1 1,0-1 0,-1 1 0</inkml:trace>
  <inkml:trace contextRef="#ctx0" brushRef="#br0" timeOffset="14494">3692 619 8355,'-3'-3'-233,"2"0"1,-3 2 1248,0-1 0,1-1-678,1 1 1,4 0-1,2-2 1,2 2 0,1 2-60,2 0 1,2 0-1,0 0 1,1 0-97,-1 2 1,2 1 0,0 3 0,-1 1-83,0 1 1,0 0-1,-2-1 1,0 1-62,0 1 1,-4-2 0,0 3 0,-2-1 25,-2 0 1,0 1 0,-3-2 0,-1 0-109,-4 0 1,0 1-1,-3-1-51,-1-1 1,-1 1 0,0-1 0,0 0 41,-1-3 1,1 1 0,1-2-1,0 1 98,3 0 0,-1-1 0,1 3-23,2 0 0,2-1 0,3 0 42,2-1 0,3 0 0,3-2 0,2 0 11,1 1 1,1-3-1,3 2 1,1-1-47,0-1 0,0 0 0,0 0 0,-1 0-430,1 0 0,-3 0 0,0 0 0,-1 2-629,-3-1 1,-1 1-257,-2-2 1,-1 0-1,1 0 1</inkml:trace>
  <inkml:trace contextRef="#ctx0" brushRef="#br0" timeOffset="15222">3388-258 8310,'0'-3'4457,"0"0"-4173,0 3 0,0 3 0,0 1 0,-2 1-112,-2 3 0,1 0 1,-1 4-1,-1 1-17,-2 0 1,1 3 0,-2-2 0,2 0-98,1-1 0,-1 1 0,0-1 0,1-2 0,1-2 51,0-1 0,2 0-441,-1-2 24,1-3 0,1-4 1,3-5-1,3-5-96,2-3 0,1-5 0,-1-2 0,1 0 72,1-2 1,-2 3 0,0 1 0,-1 2 265,0 2 1,0 2-1,-1 4 1,-1 2-122,0 3 0,-3 2 562,1 4 0,0 1 1,0 5-1,-1 2-49,0 2 1,-1 3 0,0 2-1,1 1-162,1 1 0,-2 0 1,3-2-1,-1-1-97,2-1 0,0-1 0,1-4 0,-2 0 1,2-3-1,2-1 0,0-2 0,1-2 1,-1-3-1,1-3 0,0-3 0,1-4 233,0-2 0,0-4 0,2-3 1,-2-1-288,-1 1 1,0-1 0,-1-1 0,0 1-205,-1 0 1,0 1 0,-1-1 0,-1 2-853,0 1 0,-2 3 1,1 6-1,0 2-318,-2 0 0,2 4 0,0 1 1</inkml:trace>
  <inkml:trace contextRef="#ctx0" brushRef="#br0" timeOffset="21964">3877 113 8355,'0'-4'2928,"0"1"-2670,0 1 1,0 0-1,0 5 1,0 3-1,0 2 1,0 4 0,0 1 139,0 2 0,-2 2 0,0 1-436,-2 0 0,1 3 0,-4-2 0,1 1 21,1-1 0,-2-1 0,4-3 1,-1-4-803,0-1 1,3-3 0,-1 1-504,1-2 0,2-3 0,1-2-414,2-2 1691,1-4 1,0-4 0,1-2 0</inkml:trace>
  <inkml:trace contextRef="#ctx0" brushRef="#br0" timeOffset="22472">3854 226 8355,'-3'0'1701,"-1"0"-1315,3 0 0,4 0 1,6-1-1,0-1-212,2-2 1,2-1-1,2-1-168,1-1 1,3-2 0,-1-2 0,0-1-282,0 1 0,-1 0 0,-1 0 0,-1 0 0,-3 2-430,-2 1 0,0 2 0,-3 0-27,-2 1 0,1-1 0,-3 0 1</inkml:trace>
  <inkml:trace contextRef="#ctx0" brushRef="#br0" timeOffset="22473">3972 102 8355,'-2'5'105,"-1"3"0,-1-1 0,0 1 276,0 0 0,1 1 0,2 3 0,0 0 211,1 1 1,0 2 0,0 0 0,0 0-303,0 0 1,1 2 0,0-3 0,3 0-179,1-1 0,1 0 0,1-3 0,1-1-277,1-1 0,1-1 1,0-1-597,0-1 1,0-1 0,-1-3 0,0 0-1973,1-1 2189,-4 0 1,3 0-1,-4 0 1</inkml:trace>
  <inkml:trace contextRef="#ctx0" brushRef="#br0" timeOffset="22886">4124 479 8168,'0'3'707,"0"1"1,0 0 0,0 1 0,1 0-416,1-1 0,-1 1 0,2-3 0,0 1-70,0-1 0,1 0 1,2-3-132,-1-1 1,3-1 0,-1-5-159,0-1 1,0-2 0,0-2 0,0-1-29,0 0 1,-1 1 0,0-2 0,0 2-160,-1 0 0,-1 2 0,-1 2 1,0 1-158,-2 2 238,0 0 1,-3 4 0,-1 2-192,0 3 1,1 2-1,-2 1 1,1 1-1,-1 1-493,0 1 0,1-2 542,-1 3 1,-1-3-1,2 1 1</inkml:trace>
  <inkml:trace contextRef="#ctx0" brushRef="#br0" timeOffset="23111">4253 242 8355,'-2'6'696,"1"-1"-575,-3-1 0,3 1 0,-1-3-1041,4-1 0,1-1 0,2-6 0</inkml:trace>
  <inkml:trace contextRef="#ctx0" brushRef="#br0" timeOffset="24919">5085 265 8355,'0'-6'227,"0"1"0,0 1 0,0 0 344,0 0 1,2 1 0,0-1-32,1 0 1,-1 1-220,2 1 0,-3 2 0,1 3-46,-1 2 1,-1 1 0,0 2 0,0 1-185,0 2 0,0 0 1,0 2-1,0 0 0,0-1-68,0 1 1,-2 1-42,0-3 0,0-1 0,2 0 1,0-1-1,1-1-86,1-1 1,-1-1 0,3-2-152,0-3 0,1 0 0,1-2 1,-1-3-288,1-3 0,0-4 0,2-2 323,1-2 1,-1 0-1,0 1 1,0 0 89,-1-1 0,1 5 1,-3-1-1,0 2 288,-1 2 0,0 4 166,-2 3 0,2 3 1,-2 5-99,-1 1 0,0 2 1,-1 0-1,0 0 0,0 1-22,0-1 1,2 0 0,1-2-89,0-2 0,2 0 0,-1-2 1,2-2-1,1-1 0,0-1 1,1-4 0,0-1 0,1-3-66,-1-2 0,1-2 0,-2-1-415,0-1 0,1 1 1,-3-3-1,1 2-1487,0 0 0,-3 3 1014,1 1 0,-3-1 0,2-1 1</inkml:trace>
  <inkml:trace contextRef="#ctx0" brushRef="#br0" timeOffset="25352">5512 17 8355,'-4'0'335,"0"0"1,3 1 0,-1 1 0,0 2 0,-1 1 13,0 0 0,2 3 1,-2 3-1,2 2 22,-1 2 0,-3 5 0,2-2 0,-1 2-223,1 1 0,1-2 0,-1 1 0,0-1-115,2-1 0,0-3 0,-1-2 0,1-1-179,-1-1 0,2-2 0,0-1-42,0-2 1,0-3-123,2-1 0,1-7 0,3-2 0,0-3-118,2-1 1,-2-1-1,2-1 1,0 0 305,-1-2 1,1 5 0,-1-1 0,0 2 240,0 2 0,0 4 0,-2 1 176,1 1 1,-1 4 0,-1 0 0,-1 3 0,0 1 150,-2 0 1,0 4 0,-1 0-1,0 1-239,0 1 0,0-1 0,0 1 1,0 0-322,0-1 0,-1 2 0,0-2 0,-1 0-785,1-2 1,0-3 0,2-1 178,1-1 1,1-5-1,4-5-39,1-1 1,0-4 0,-1-3 627,0-2 0,3-4 0,-1-1 1</inkml:trace>
  <inkml:trace contextRef="#ctx0" brushRef="#br0" timeOffset="26555">5709 169 6332,'3'1'535,"-1"1"1,-2 2 90,0 1 1,0 0-1,0 1-290,0 2 1,3 0 0,0 1 0,0-1 90,1-2 0,0 0 0,2-1-165,-1-1 0,1 0 1,0-2-225,2-1 1,-2 0-1,4-1 1,-1 0-129,0 0 0,2-3 0,-2-2 0,1-2 1,-1 0-1,-1 0 0,0 0 0,-1 0 1,-2-1-1,0 1 0,-2-1-605,1 1 0,-3 1 743,-2 0 0,-3 3 1,-1-1 121,-1 2 1,-1 0 0,-1 2 0,-1 0 263,-1 0 0,-1 1 0,1 1 0,0 1-19,0 2 1,2 3 0,-2 2-273,0 0 0,3 2 0,0-1 0,1 1-54,2 1 0,0-1 0,2 3 0,1 0-360,0 0 1,1-2 0,1-2 0,1-1 0,2-1-1013,1-1 1,3-3 0,1-3 0,2-2-1231,0 0 2391,3-2 1,0-4 0,3-2 0</inkml:trace>
  <inkml:trace contextRef="#ctx0" brushRef="#br0" timeOffset="26556">5978 175 8355,'3'-3'-145,"-1"3"108,-4-2 0,-1 4 1,-2 2 493,1 3 0,-1 0 0,2 3 0,0 1 0,-1 2 249,-1-1 0,3 2 0,-1 0 1,2-1-576,-1 1 0,0-1 0,2-2 1,0 0 13,0-2 0,0 0 0,0-4-155,0 1-270,2-3 0,1-4 0,3-4 9,0-4 0,-1-2 0,2-2 0,-1-2 108,2-2 1,1 0-1,-1 1 1,1-1 0,-1 2-3,-1 2 1,1 1 0,-1 2 274,0 0 1,-1 3 0,0 3 101,-1 2 0,-1 2 0,-1 2 0,0 2-281,-2 1 1,0 1-1,1-1 1,-1 1-22,1 2 0,-1-2 0,1 2-309,2-2 1,1-3-861,0-1 0,3 1 0,1 0 0</inkml:trace>
  <inkml:trace contextRef="#ctx0" brushRef="#br0" timeOffset="26557">6169 248 8355,'-3'3'0,"-2"-2"397,1 2-69,2-1-236,-1 3 0,1-4 1,1 3-1,-1 0 116,2 1 1,0-1 0,2 0 0,2-1 0,2 0 0,0 0 0,3-1 30,-1 0 1,2 0 0,1-3 0,1-1-260,1-2 0,-1-1 0,1-2 0,-1-1-51,-1-1 1,-2 1-1,0 0 1,-1 0 0,-3 1-1,-1 1 104,-2 0 0,0 0 0,-4 1 135,-2 2 0,-3 0 0,-3 3 95,-3 0 1,-1 3-1,-1 0 1,0 3 137,-1 1 1,2 2 0,1 2 0,0 1-139,2-1 0,-1 1 0,5 0 0,0 1 0,1 0-107,2 1 1,2-2-246,2 1 0,1-1 1,0-1-1,4 0-493,2-2 0,2-1 0,5-3 0,3-1-1379,3-2 1,1 1-1,2 0 1</inkml:trace>
  <inkml:trace contextRef="#ctx0" brushRef="#br0" timeOffset="26906">6815 85 8355,'0'-3'580,"0"1"0,0 4 1,0 2-2,0 1 0,0 3 1,-2 2-1,-1 2-222,0 1 1,-4 4-1,2 1 1,0 0-184,0 2 1,-2-1 0,2 0-207,-1 1 0,-2 0 0,3 0 0,-1 0-297,0 0 1,3-3 0,-1-2 0,1-2 0,1-3-78,-1-1 0,1-1-725,2-3 0,3-2 1,1-4-1,1-4 748,0-4 1,1-4 0,0-1 0</inkml:trace>
  <inkml:trace contextRef="#ctx0" brushRef="#br0" timeOffset="27408">6793 203 8355,'3'-2'1253,"-1"1"-1163,-2-2 0,1 3 1,1-1 25,2-1 0,1 0 0,2 2 0,1 0 1,1-1-255,1-1 0,1 2 1,0-3-1,1 1-285,1 0 0,-1-1 0,1 0 0,1 0-261,-1-1 1,-1 1 0,-2-1 574,-1 2 1,-2-2 0,1 0 0</inkml:trace>
  <inkml:trace contextRef="#ctx0" brushRef="#br0" timeOffset="27409">6866 186 8355,'0'6'-612,"0"-1"340,0 1 1,0 0 0,0 0 0,0 1 785,0 3 0,0 1 0,0 2 1,0 1 397,0 1 1,0 0 0,2-1-1,0 1-630,1 0 0,-1-1 0,2-1 0,0-2 0,1-1-748,-2 0 0,2-3 39,-1 0 1,1-1 0,1-3-1,0-1-1396,2-1 1,-2-1 1382,1 0 1,2-5-1,0-1 1</inkml:trace>
  <inkml:trace contextRef="#ctx0" brushRef="#br0" timeOffset="27825">6984 557 8355,'-4'4'784,"0"0"1,2-2-391,-1 1 0,2-1-194,1-1 1,1-1 0,2-1 0,2-3-166,0-1 1,1-3-1,1-2 1,1 0-56,1-1 0,0-1 0,2-1 0,-1 0 1,-1 1-117,-1 0 0,-1 3 0,-2 1 1,-1 2 1066,0 1-387,-3 1 1,1 4-410,-4 4 1,-1 1 0,-2 1 0,-1 2 0,1 1 46,1-1 1,-2 3-1,2-2-466,-1 0 1,3 1 0,-1-3-1,0 0-1251,2-1 1,1-3 0,2-1-1055,2-1 2538,-2-6 1,6-1 0,-2-6 0</inkml:trace>
  <inkml:trace contextRef="#ctx0" brushRef="#br0" timeOffset="28061">7091 349 8355,'0'-5'1125,"0"-1"0,-3 3 53,-1 1-1197,2 1 1,-1 2-1485,3 1 0,3-2 0,0 3 0</inkml:trace>
  <inkml:trace contextRef="#ctx0" brushRef="#br0" timeOffset="53095">7409 294 8355,'-3'3'692,"-1"-2"-569,2 3 1,1-1-1,3 1 1,2 0 116,3-2 0,4 2 0,4-2 0,2-1-292,2 0 0,1 0 1,2 2-1,1-1 0,0 2-1075,0-1 0,1 0 0,-4 3 0</inkml:trace>
  <inkml:trace contextRef="#ctx0" brushRef="#br0" timeOffset="52809">7409 193 10333,'-5'3'0,"2"0"0,3 0 0,3-1 0,2-2 512,1 0 0,0 0 0,2 0 0,1 1 0,2 0 0,0 1 0,0 0-695,0 0 1,1-1 0,-1 2-392,0-1 1,0-1-1,1 1 1,-1-1-1,0 0 1,-1 1-497,-1-1 0,-2 0 556,0-1 0,0 0 0,-2 0 1</inkml:trace>
  <inkml:trace contextRef="#ctx0" brushRef="#br0" timeOffset="57779">8337-184 8027,'0'-6'922,"0"1"692,0-1-329,0 3-699,0-2 0,0 5-340,0 0 1,0 2 0,0 5 0,-1-1-70,-1 2 0,-2 0 1,1 0-1,0 2-4,-4 2 1,2 1-1,-3 2 1,1 0-13,0 1 0,1 1 1,-2 1-148,-1 1 1,3-2-1,-1 2 1,0-2-1,2 0-82,2-2 1,-2-2 0,3-4 0,1-1-881,1-2 688,0-3 0,2-6 0,2-5 1,3-4-40,3-5 0,-2-3 1,1-4-1,0 0 17,0 0 1,-2 0 0,2 1 0,-1 0 172,-1 1 1,-1 3 0,-2 1 0,0 3 111,0 2 0,-1 3 1,-2 3 522,0 0 0,1 6-488,0 2 1,0 4-1,0 5 1,-1 4 339,1 1 0,-2 1 1,0 5-1,1 0 0,0 1-211,1-2 1,1 1 0,-2-2-243,3-1 1,1-2 0,1-2 0,0-2-53,1-4 0,0-3 0,2-3 0,0-2 191,0 0 1,-2-5-1,2-3 1,0-4 32,-1-3 0,-1-3 0,1-1 0,-3-1 1,0 0 38,-2 0 1,-1 2-313,0-1 1,-1 3 0,0 1-1,1 1 1,-1 3-1239,0 2 1,-1 1 638,0 2 0,0 4-173,2 2 0,-1 5 0,1 3 1</inkml:trace>
  <inkml:trace contextRef="#ctx0" brushRef="#br0" timeOffset="58173">8534 170 7782,'-3'3'2261,"1"-3"-1880,2 3 0,0-3-134,2 0 0,-1-3 0,3-1-111,0-3 0,1 0 1,1-2-1,0-1-118,-1-1 0,1 0 0,-1 0 0,-1 2 1,-1 1-41,0 2 0,-1 2 34,-2 1 1,0 2 0,0 1 0,0 3-25,0 2 0,-1 3 0,0 1-278,-1 0 0,0 1 0,2-2 0,-2 0-2277,0 0 1477,1 0 689,1-5 1,2-3-1,1-3 1</inkml:trace>
  <inkml:trace contextRef="#ctx0" brushRef="#br0" timeOffset="58437">8619-134 8355,'-3'6'488,"-1"0"1,1-1-1,-1 1-41,0 0 1,1-1-965,-1-2 1,3 2 0,-1-1-342,1 1 0,4-2 0,0 0 0</inkml:trace>
  <inkml:trace contextRef="#ctx0" brushRef="#br0" timeOffset="58883">8872-139 8355,'-6'0'-424,"0"2"0,1 1 586,-1 3 0,1-2 0,-1 0 0,0-1 510,1 0 1,-1 2 0,1-3 0,1 1 204,0-1 0,3 0-730,1-2 1,1 0 0,3 0 0,2 0 0,1 0-19,2 0 1,1 0 0,1 0 0,0 1 0,1 0-122,1 1 1,0 0 0,2-2-1,0 0-115,-1 0 1,2 0-1,-3 0-356,-1 0 0,0 0 0,-1 0 0,-2 2-710,-1 0 1,0-1 229,-1-1 0,3 3 0,-1 0 1</inkml:trace>
  <inkml:trace contextRef="#ctx0" brushRef="#br0" timeOffset="59683">9327-207 8355,'3'-5'260,"-1"-1"1,-1 2 1877,-1 1-1644,0 1 1,0 0-1,0 4-289,0 2 1,-3 2 0,0 1-1,0 3 1,-1 1-56,-1 2 0,1-1 0,0 3 0,0 1 0,0 1-32,-1 2 0,-1-1-152,0 2 0,1 0 0,-1 2 1,0-3-23,1-1 0,1-3 1,1-4-1,0 0-91,2-2 0,1-1 0,2-6 0,2-3 0,1-7 0,1-4 0,1-5 0,1-2 1,0-2-291,0-2 1,2-1 0,-2 1 0,0-1 330,0 0 0,0 1 0,-3 3 1,-1 1 154,0 3 1,-2 2-1,1 3-84,-1 2 1,0 2 0,-1 4 165,1 1 1,-2 2 0,2 5 0,-1 2 150,-1 2 1,0 4-1,0 0 1,0 2-81,0 0 1,2 3 0,-1 2 0,1-1 0,1 1-76,1-2 1,1-1-1,0-2-203,1 0 0,0-3 0,1-1 0,1-3 118,1-1 1,-2-4-1,2-1 1,-1-2 34,-1 0 1,-1-1 0,0-2-1,0-4 53,-1-3 0,1 0 0,-1-4 0,-1 0-145,0-3 0,-1 0 0,1-2 0,0 1-55,-2 0 1,2-2-1,-2-3-136,1 1 0,-1-1 1,1 2-1,1 2 1,-2 5-1083,1 3 1,-1 4 0,-1 3 396,1 4 0,0 8 0,-2 4 0</inkml:trace>
  <inkml:trace contextRef="#ctx0" brushRef="#br0" timeOffset="60332">9620 120 8355,'-2'3'2425,"0"1"-754,-2-3-1586,3 2 0,-1-6 0,4-2 0,1-3 0,1-1-110,0-1 1,-1 0-1,2-2 1,0-1-28,-1 0 0,-1 0 0,3 3 0,-1 0 0,-1 1-52,0 1 1,-3 0 194,1 3 1,1 1 234,-1 0 1,-1 3-423,-1 1 1,0 1-1,-1 3 1,-1 1-254,0 2 1,0-1-1,0 2 1,1 0-189,0-1 1,1 1 0,0-3 0,1 0-337,1-1 0,1 1 0,2-2 0</inkml:trace>
  <inkml:trace contextRef="#ctx0" brushRef="#br0" timeOffset="60656">9687-134 8355,'-3'-3'-194,"-1"2"375,2 2 1,-2 1 0,2 1-537,1 2 0,0 0 0,2 0-122,1-2 0,-1 2 0,1-1 1</inkml:trace>
  <inkml:trace contextRef="#ctx0" brushRef="#br0" timeOffset="62151">9800 18 8355,'-4'0'0,"0"0"0,0 0 522,-1 0 0,-1 0 263,1 0 0,1 0 0,1 0 1086,0-2-1786,1 1 1,3-1 0,0 2 63,1 2 0,2-1 1,0 1-291,1 1 1,1-1 0,1 3 0,1-2-205,-1-1 1,1 3 0,0-2 0,1 1-487,1-1 0,-2-1 0,2 1 0,0 0-1543,3-2 2134,-1 0 0,4-1 0,-2 0 0</inkml:trace>
  <inkml:trace contextRef="#ctx0" brushRef="#br0" timeOffset="62459">10008-49 8355,'-3'-3'2666,"0"3"-2262,1-2 0,1 2-332,-1 2 0,2 1 0,0 3 0,0 2-155,0 1 1,0 4-1,0 2 1,0 1 0,0 1-498,0-2 0,0 0-424,2-2 1,-1 0-1,3-4 554,0-1 0,1-2 0,1 0 0</inkml:trace>
  <inkml:trace contextRef="#ctx0" brushRef="#br0" timeOffset="73616">10773 294 9278,'-1'-5'1729,"-1"1"-1539,2-1 0,-2 5 0,4-2 0,1 3 0,2 1 0,2 2-49,0 0 1,1 1-1,2 1 1,2-1-255,0-2 1,1 2 0,-1-2 0,1 1-436,0 0 0,-1-2 1,-2 1-1,0-1-537,-1 0 0,1 1 0,1 0 1</inkml:trace>
  <inkml:trace contextRef="#ctx0" brushRef="#br0" timeOffset="73901">10795 401 8355,'-2'5'291,"1"1"0,-1-2-178,2 0 0,0-3 1,3 2-1,2 1-286,2-1 1,5-2 0,1 1 0,1 1 0,1 1-527,1 1 0,2 0 0,2 1 1</inkml:trace>
  <inkml:trace contextRef="#ctx0" brushRef="#br0" timeOffset="75466">11493-38 8355,'0'-6'0,"0"1"0,0 1-510,0 0 587,0 3 235,0-4 75,0 4 0,0 0 0,0 2 187,0 3 0,0-1 1,0 1-206,0 0 0,0 2 0,0 1 0,0 2 23,0 1 1,-1 1 0,0 4 0,-1 1-283,1 2 1,-2 0 0,1 1-1,-1-2-79,1 0 1,0-3 0,2-1 0,0-1-27,0-3 0,0-1-337,0-2 1,0-4 258,0-4 0,0-2 1,0-6-1,0-2 2,0-2 1,0-2 0,0-2 0,0-1-173,0-1 0,2-1 1,0 0-1,1-1 55,2 1 1,-2 2-1,1 1-13,0 2 0,1 2 0,1 4 1,0 0-1,1 3 0,1 1 19,1 3 0,-2 0 1,2 3-1,0 1 358,-1 1 1,1 3-1,1 3 1,-1 0-69,-1 2 1,-1 1 0,-2 1 0,0 0 477,-1 2 0,-3 1 0,1-2-62,-2-1 1,0 1-1,-2-1 1,-2 1-350,-1 0 1,-1-1 0,-2-1 0,-1 0-252,-2-2 0,1 1 0,0-3 1,-2 0-72,0-3 0,2 0 0,1-2 0,1 0-841,1-2 1,1 0 0,1-2 0,1-2-141,2-1 1,2-1 0,0 0 680,0-1 0,5 0 0,1-1 1</inkml:trace>
  <inkml:trace contextRef="#ctx0" brushRef="#br0" timeOffset="75679">11718 91 9876,'-4'3'0,"1"1"0,0 1 0,2 0 712,0 1 1,0 1 0,-1 1-847,0-1 0,2 1 0,0-1 0,0 0 0,0 0 0,0-2-1497,0 1 1,0-4 1076,0-2 0,5-5 0,1-3 1</inkml:trace>
  <inkml:trace contextRef="#ctx0" brushRef="#br0" timeOffset="75932">11740-111 8355,'0'6'-112,"-2"-1"0,0 1-121,1-1 0,1 1 0,0 0-192,0-1 1,0 3-1,0 1 1</inkml:trace>
  <inkml:trace contextRef="#ctx0" brushRef="#br0" timeOffset="76467">11864 86 8355,'-6'-11'292,"-2"2"0,5 3 1,-2 2 956,1-1-1121,-1 3 1,5 0-1,0 4 42,3 2 1,3 1 0,1 0-594,0-2 0,3 2 0,-2-3 1,1 1-1,1-1-460,3 0 1,1-2-1,3 0 1</inkml:trace>
  <inkml:trace contextRef="#ctx0" brushRef="#br0" timeOffset="76466">12016-60 8355,'3'-6'-5,"-1"1"193,-4 1 1,1-1 0,-3 2 0,0-1 397,-1 1 0,0 1 0,0-1 0,-1 0-50,0 2 0,-1 1 0,2 2 0,-1 1-348,1 0 0,-1 4 0,0-2 0,1 2-50,2 1 0,-2-1 0,1 3 0,1 0-63,-1 3 0,2 0 0,-1 3 0,0 0-74,2-1 1,1 1-1,0 0 1,0 0-1,0-1-127,0 1 0,0-3 0,0 0-475,0-1 1,2-1 0,1-2 0,1-2-1933,0-2 1,-1-1 1719,3-2 0,-3-3 813,-1-3 0,-4-3 0,-1-2 0</inkml:trace>
  <inkml:trace contextRef="#ctx0" brushRef="#br0" timeOffset="77017">12055 35 8355,'-7'0'0,"-1"0"-258,1 0 430,1 0 99,3 3 1,0-2 0,4 3-38,1 0 0,2 0 0,3 0 0,1-1-72,3-1 1,0-1 0,4 1 0,0-2-114,1 0 0,2 0 1,0 0-1,0-2-608,-2 1 1,1-3-1,-4 2 1,1 0-454,0 0 1,-3 1 791,-4-1 1,-1 1 0,0 1 0</inkml:trace>
  <inkml:trace contextRef="#ctx0" brushRef="#br0" timeOffset="77016">12196-21 8355,'0'-6'-107,"0"1"0,0-1 1,0 0 489,0 1 1,-1 1 0,0 0 0,-2-1-1,1-1 1,-1-1 22,2 0 1,-1 2 0,0 2 0,0-1 201,-1 1 1,2 0-384,-3 3 1,1 1 0,-3 3 0,0 4-2,1 2 1,-1 2 0,1 1-1,-1 4-135,0 1 1,1 1-1,-1-1 1,1 2-336,1 0 0,1-2 0,2 2 0,-1-1-361,1-3 0,1 1 0,1-5 0,2-1 61,0-1 0,0-5 0,3 0-21,0-2 1,-1-1 0,1-2 0,0-3-1,-1-2 163,1-2 1,-3-3 0,-1 1-1,-2-2 349,0 0 0,0 0 55,0 0 0,-5-3 0,-1-1 0</inkml:trace>
  <inkml:trace contextRef="#ctx0" brushRef="#br0" timeOffset="79204">12274 80 8355,'-5'1'309,"2"1"0,0 1 269,1 2 0,1 1-392,-1 0 1,2-1 0,2-1 0,2-1-1,1 0 1,0-2 0,1 0 0,0-1 0,1 0-1,1 0 1,0 0-121,1 0 0,1-3 0,-1-1 0,2-1-149,0-3 0,-2 2 1,0-2-1,0 0-23,-1 1 0,-1-1 0,0 2 0,-2-1 0,-2 0 101,0 0 1,1 1-1,-3 0 1,0 1 155,-2 1 1,0-1 0,-4 2 0,0 0 64,-2 1 0,-3 1 1,2 2-63,-1 1 1,1 1 0,-2 3 0,0 2-51,0 1 1,2 2 0,1 0 0,0 0-65,2 1 0,-1-1 0,1 0 0,1 0-374,0 1 1,3-2-1,-1 0 1,1-1-301,1-1 0,3-1 0,1-3 0,3-1-1074,2 0 1,2-2 1456,0-3 0,3-3 0,0-4 1</inkml:trace>
  <inkml:trace contextRef="#ctx0" brushRef="#br0" timeOffset="79205">12488 18 8355,'3'-5'825,"0"1"-357,-3 0 0,0 2-490,0-1 0,0 2 0,0 1 325,0 3 0,-2 3 0,0 1 0,0 3 15,0 0 1,0 4 0,-1 1 0,1 1 0,0 0 4,-1-1 1,3-1 0,-2-3-353,1 1 0,1-4 0,0 0 4,0-2 0,1-3 0,0-4-240,1-4 0,2-4 0,0-4 1,1-1-28,1-1 1,1 0 0,1 1-1,-1 0 75,-1 1 1,0-1 0,0 3 0,0 1 82,0 0 0,2 1 1,-2 3 222,0 1 0,1 1 1,-2 0-1,1 2 1,-1 2-1,1 2 1,0 2-1,-1 1 1,-1 0 281,0 1 1,-2 0-640,1-1 0,-1-1 0,1 0 0,1 0 1,-1-1-67,1 1-745,1-3 0,1 4 0,-1-2 1</inkml:trace>
  <inkml:trace contextRef="#ctx0" brushRef="#br0" timeOffset="79206">12646 80 8355,'-6'0'-614,"0"0"1160,3 3 0,1-2 1,2 3-1,0 0-1,0 1 0,0 1 1,2-1-1,3 1-481,2 0 0,-1-3 0,4 0 1,0 0-181,0-2 0,4-1 0,-1-2 0,-1-1-160,0 0 1,-3-4 0,1 2 138,0-2 1,-2-1 0,-1 1-1,0-1 258,-2 0 0,-2 2 0,0-2 0,-1 2-1,0 0 1,-1 1-1,-3-1 1,-2 1 0,-3 1-1,-1 1 131,0 0 0,-1 1-33,-1 2 0,0 1 0,0 1 0,0 2 1,-1 1-220,2 3 1,-1 0-1,2 2 1,1-1 27,1 1 1,1 1 0,-1 0 0,1 0-231,1 1 0,2-1 1,2-1-1,0 0-380,2-3 1,2 0 0,3-2-1,3-2-430,0-1 0,2-1 0,0-2-115,1-1 1029,1-3 0,3-4 0,0-2 1</inkml:trace>
  <inkml:trace contextRef="#ctx0" brushRef="#br0" timeOffset="79207">12848 35 8355,'0'-5'2246,"0"-1"-2119,0 0 0,0 4 0,-2 2 175,0 3 0,0 4 1,1 2-1,-2 1 0,1 1 1,-1 1-1,0 1 1,1-1-1,0 0 141,2 1 0,0-5-538,0 1 1,0-2 0,0-2 89,2-1 1,1-2 0,3-3 0,0-2-525,2-3 1,-1-3-1,2 0 1,1-2 273,1 0 1,0-1-1,0-1 1,0 0 199,1 1 1,-2 0 0,0 3 0,-1 2 265,-1 0 1,0 2 0,-3 2 88,1 1 0,-2 2 0,-1 2 1,-1 1 78,-1 2 0,0 3 0,-1 2-351,0 0 0,-2 2 0,-2-1 1,1 0-197,-1-2 0,1 1 0,-1-3 1,2 0-1,2 0-643,0-2-945,0 1 0,2-3 973,2-1 1,3-4-1,2-1 1</inkml:trace>
  <inkml:trace contextRef="#ctx0" brushRef="#br0" timeOffset="79208">13169 58 8355,'2'-6'0,"-1"0"0,1 1 324,1-1 0,-2 1 1,2-1-1,0 0-289,1 1 1,-3-1 0,1 0 0,-2 1 472,0-1 1,-2 2 0,-2 1 0,-1 1-32,-1 1 0,1 1-388,-1 1 0,-1 3 0,-1 1 1,1 1-1,-1 0 0,0 1 291,-1 0 1,2 3 0,-2 0-224,1 0 0,0 2 0,1 1 0,-1 0 1,2 0 60,-1 1 0,4-3 1,1 1-455,2-2 0,0-3 0,0 0 0,2-1 0,3-2 41,1-2 0,4-2 1,3 0-1655,2 0 0,1-2 0,1-2 1134,0-1 1,2-3 0,1-1 0</inkml:trace>
  <inkml:trace contextRef="#ctx0" brushRef="#br0" timeOffset="79209">13293 58 8355,'-6'0'235,"3"0"0,1 2 1,4 0-12,2 1 0,2 1 1,3 1-1,-1-1-229,0-2 1,2 0 0,-1 0 0,2-1-41,0 0 0,0-4 0,1 0 0,-1-2 29,0-1 1,-2 0 0,0-1-1,-1-1 218,-1 1 0,-1 1 1,-2 1 156,-3-1 0,0 2 1,-2 0-1,0 1 1,-4-1-48,-2 0 0,-2 3 1,-4-1-51,-2 1 1,-1 4 0,-1 1 0,0 3-194,0 3 1,1 0-1,0 2 1,2 1-1,2 0 1,2 1-351,1 0 0,2 0 1,3-2-1,3 1-713,0 0 0,2-1 0,3-2 146,3 0 0,5-3 104,1-3 1,3-2 0,-2-2 0</inkml:trace>
  <inkml:trace contextRef="#ctx0" brushRef="#br0" timeOffset="139427">3739 25 8235,'-2'-3'567,"0"-1"0,0 2 896,2-2 108,0 3-303,0-1-1103,0 2 1,0 2 0,0 2 0,0 1-28,0 0 1,0 2 0,0 2 0,0 2 0,0 1 23,0 0 1,0 2 0,-2 1 0,0 2-57,-1 1 0,2 0 0,-2 3 0,1 0-21,-2-1 1,1 1-1,0-2 1,-1-1-46,1-1 1,2 0 0,-1-1-1,1 0-40,-1-1 0,1-1 1,0 1-1,0-2-93,1-1 0,0-1 0,0-1-81,0-1 1,0-2 0,0 1 0,0-2-383,0 0 0,0-3-343,0 1 1,1-3-1,0 0 215,1-2 1,2-3-1,-1-4-327,0-3 0,5-5 0,-2-4 1</inkml:trace>
  <inkml:trace contextRef="#ctx0" brushRef="#br0" timeOffset="140160">4402 59 8412,'-3'-2'430,"1"1"1,1-1 0,0 3-1,-1 2 1,1 4 0,0 2 0,0 4-1,0 0 1,-1 4 0,0 0 0,0 2-1,0 1 1,-1 2 659,1 2 0,-2 1-1008,2 1 0,-1-1-105,1-2 1,-2-1-74,2-2 0,0-2 0,2-4 0,-2 0-309,0-2 1,1-2-1,1-3 1,0-1 0,0-1-1757,2-1 1,0-3 1197,4-4 1,-2-9 0,4-5 0</inkml:trace>
  <inkml:trace contextRef="#ctx0" brushRef="#br0" timeOffset="65995">8534 593 8355,'0'-4'20,"0"0"0,0 2 0,0-1 2357,0-2-1479,0 0-332,0 2 1,0 1-342,0 4 1,0 1-1,-2 3-156,0-1 1,-1 2 0,0 0 0,0 3-20,-1 0 1,1 2 0,-1-1 0,-1 0-11,0 0 0,2 2 1,-1 1-1,0-1 1,0 0-9,1 0 0,1-1-84,-2-2 0,3 0 0,-1-3 1,1 0-349,1-1 1,0-3 27,0-3 1,3-3 0,1-5-1,1-3 96,0-1 1,1-6 0,-1 1 0,1 0 106,0-1 1,-1 3 0,0 1 0,0 0 143,-2 2 0,1 0 1,-1 3 223,-1 1 1,1 2-8,-1 0 0,-1 4 1,0 2-129,1 3 0,-1 3 0,0 1 121,0 3 0,1 0 1,0 2-1,0-1 0,0 2 1,0 1 61,1 0 0,0-1 1,2 2-1,-2-2-221,2 0 0,0-2 0,0-2 1,1-1-65,0-2 1,-3-3 0,1-1 0,0-1 93,1-1 1,1-3 0,0-3 0,-1-3 57,1-1 1,-1-4-1,-1-1 1,0-1-88,0-1 0,1 0 0,-1 0-200,0 0 0,-3 2 0,2 1 0,-1 2-544,-1 1 1,2 4-1,-2-1-386,1 2 1,1 3 322,-2 1 1,0 6 0,2 3 0</inkml:trace>
  <inkml:trace contextRef="#ctx0" brushRef="#br0" timeOffset="66409">8686 897 8355,'-2'5'513,"0"1"0,1-3-468,3-1 1,-1-2-1,2-2 1,0-2-1,0-1 1,2-1 0,0-1-1,0 0 1,1-1 225,0 0 1,-3 2 0,1-2 197,-2 2-371,0 3 0,-2 1-162,0 4 0,0 1 0,0 3 0,0-1-401,0 1 0,0-2 1,0-1-102,0 2-1269,0-3 1463,0 1 1,2-6-1,1 0 1</inkml:trace>
  <inkml:trace contextRef="#ctx0" brushRef="#br0" timeOffset="66671">8787 677 8355,'-2'3'0,"-2"2"83,-1-1 1,1-1-185,0 1 1,3-2 0,-1 2 1555,2 0-2441,0-2 1,2 1-1,1-3 1</inkml:trace>
  <inkml:trace contextRef="#ctx0" brushRef="#br0" timeOffset="67206">9062 615 11993,'0'6'0,"0"0"0,0-1 0,0 1 145,-2 2 0,1 1 0,-1 2 1,2 1-1,0 0 0,0 1 0,-1 0 1,0-1-646,-1-1 1,0 0 0,2-2-1,0-1-2662,-2-2 1243,1-1 1833,-1-1 1,2-4-1,0-4 1</inkml:trace>
  <inkml:trace contextRef="#ctx0" brushRef="#br0" timeOffset="67509">8995 654 8355,'-2'4'108,"-2"-1"0,1-1 0,0 2 242,0 0 1,1 1 0,2 1-176,0 0 1,1-1 0,1-1 0,1 0-87,2 0 0,3-1 0,0 0 0,1 0 0,1-2-228,0 0 1,2-1 0,-1 0 0,0 0-305,0 0 0,1 0 0,-2 0-373,0 0 0,-2 0 0,-3 0 1</inkml:trace>
  <inkml:trace contextRef="#ctx0" brushRef="#br0" timeOffset="68185">9304 592 8796,'-5'1'923,"1"0"1,2 3-487,-1 1 1,2 1-1,-2-1-252,1 1 0,-2 2 0,1 2 1,1 0 51,-1 1 1,-1 1 0,0 1 0,0 1-221,0 0 1,-1-2 0,2 2 0,0-3-293,1 1 1,-1-4 0,2 0-1000,-1-2 988,2-3 1,0-1 0,2-4-1,0-4 23,1-3 0,0-1 0,2-2 0,-2-1 56,2-2 0,0-2 0,0 1 0,1-1 0,0 0 94,-1 2 0,0 2 0,0 2 0,-2 2 115,2 1 0,-3 2 1,1 1 203,-1 1 1,-1 2-19,1 4 1,0 1 0,0 3-1,-1 0 1,0 1 0,-1 2 398,0 1 0,0 0-391,0 4 0,0-2 0,0 1 0,0 2-61,0 1 0,1-1 1,0-2-1,1-2-103,1-1 0,1-2 1,2-3-1,-1 0 17,1-1 1,0-2 0,1-3 0,1-2-93,1-2 0,-1-2 0,0-5 1,0-1-48,-1 0 0,0-1 0,-2 2 0,0-1-407,-1 0 1,0 2 0,-2 1-936,-1 1 1,0 2 1005,-1-1 1,-2 5-1,-2 0 1</inkml:trace>
  <inkml:trace contextRef="#ctx0" brushRef="#br0" timeOffset="68679">9450 879 9498,'3'-6'100,"0"0"1,3-1 0,-1-1-151,-2-1 0,2 0 0,-1-1 1,1 2 182,1 0 0,-3 0 127,1 2-150,-3 3 0,2 1 0,-3 4 1,0 2-47,0 1 0,-1 1 0,0 1 0,-1 1-112,1-1 0,0-1 0,1-1 0,0 1-990,0 0 1,0-3 331,0 1 0,3-5 0,0 0 1</inkml:trace>
  <inkml:trace contextRef="#ctx0" brushRef="#br0" timeOffset="68680">9551 659 8355,'-5'4'422,"-1"0"1,2-2-212,1 2 0,1-3-510,-2 3 1,3-2-1773,-1 2 1635,4-3 0,-1 2 349,3-3 0,0 0 0,1 0 0</inkml:trace>
  <inkml:trace contextRef="#ctx0" brushRef="#br0" timeOffset="69339">9653 772 8488,'-6'0'428,"0"0"0,1 0 0,-1 0 301,0 0 1,1 0 0,-1 1 30,1 0 0,2 1-687,1 1 0,2-1 54,2 0 0,1-2 0,3 0-307,1 0 1,0 0 0,0 0 0,0 0-294,0 0 1,0 0-1,1 0 1,-1 0-565,1 0 1,0 0 0,-1 0 396,0 0 1,3 3-1,-1 0 1</inkml:trace>
  <inkml:trace contextRef="#ctx0" brushRef="#br0" timeOffset="69580">9782 699 7720,'0'5'-483,"-2"1"0,0 0 1182,1 2 0,-2-2 0,1 2 0,1 0 0,1 0-675,0 1 1,0-2-1,0 2 1,0-1-979,0-1 1,0-1-1,0 0 516,0-1 0,2 1 0,1 0 0</inkml:trace>
  <inkml:trace contextRef="#ctx0" brushRef="#br0" timeOffset="176550">2463 245 8355,'-4'0'-193,"1"0"213,-2 0 0,2 0 0,-1 0 0,1 0 0,-1 2 1416,0-1 1,2 3 481,-2-2-1685,3 2 1,-1-3 0,4 2 4,2-1 1,0-1-1,1 1 1,1-2-37,0 0 1,3 1-1,0 0 1,2 1-1,1-1-100,1 0 0,1-1 0,4 0 1,0 0-73,3 0 1,1 0 0,1 0 0,1 0 39,0 0 1,1-2 0,-1-1 0,1 1-23,-1-1 0,2 0 1,-4 1-1,0 1 0,-2 0-107,-2 1 1,0 0 0,-4 1 0,0 0-351,0 1 1,-3 2 0,-1-1-186,-1 0 1,-2 0 0,1-1-113,-2 0 0,-1-1 0,1-1 0,0 0-539,-1 0 0,-2-2 0,0-1 0</inkml:trace>
  <inkml:trace contextRef="#ctx0" brushRef="#br0" timeOffset="175948">2767 48 9788,'0'-6'0,"0"1"0,0-1 0,0 0 0,0 1 0,0-1 0,0 1 0,0-1 0,0 0 4049,0 1-3808,0 2 1,0 1 0,0 6 0,0 4 0,0 2 0,0 1 0,-1 3 36,-1 3 1,1-1 0,-2 1 0,0 0-256,2-1 0,0-3 0,-1 0 0,1-2-230,-1-2 1,2 0-1,0-2-833,0 1 0,0-1-508,0-1 1,0-3-1,2-2 633,2-2 0,1-5 0,1-3 0</inkml:trace>
  <inkml:trace contextRef="#ctx0" brushRef="#br0" timeOffset="80228">11881 496 8355,'0'-5'2621,"-2"2"-2300,0 3 0,-3 1 1,0 5-1,-2 2 1,-2 2-1,-1 2 1,-1 1-1,-1 3-1,-1 2 1,1-1 0,-1 3-1,1-1-398,1 2 1,0-1 0,0-1 0,2-1-1,1-4 1,2-1-1401,0-2 0,3-2 290,1-2 0,5-6 756,3-3 1,2-4 0,3-4-1,0-3 1,1-3-711,1-2 1142,2 1 0,1-8 0,1 2 0</inkml:trace>
  <inkml:trace contextRef="#ctx0" brushRef="#br0" timeOffset="80729">11830 637 8355,'-5'-3'523,"-1"3"0,0-3 1,1 4-220,-1 1 1,3-1 0,0 2-10,1 0 0,2 0 0,0-1-17,3 0 0,2-2 0,1 0 0,2 0-157,1 0 0,2 0 1,2 0-1,1 0 0,0 0-493,2-2 1,-1 1 0,2-1 0,-2 2-583,1 0 1,1 0-1,-4 0 113,-1 0 1,0 2-1,-1 1 1</inkml:trace>
  <inkml:trace contextRef="#ctx0" brushRef="#br0" timeOffset="80728">11898 513 8355,'8'-8'212,"-2"2"1,1 0 0,-2 3-1,-2 2 1572,0 4-1586,-2 1 1,-1 3 0,0 0-1,0 3-85,0 3 1,-1-1-1,-1 3 1,0 1-139,-1 2 0,3 0 1,-3 1-1,1 0-342,0 0 1,1 1 0,1-1 0,0-3 0,0-2-276,2-3 1,1-2 0,0-1 0,0-3-162,-1-1 0,-1 0 602,1-4 0,-2-1 201,0-5 0,-2-2 0,-1-1 0</inkml:trace>
  <inkml:trace contextRef="#ctx0" brushRef="#br0" timeOffset="81790">12111 614 9028,'-3'-2'239,"-1"2"0,3 1 78,-1 2 0,1 1 1,1 2-1,0 0 0,0 1 1,0 3-1,0 1 1,0 2 344,0 0 0,3 0 1,0 0-1,1 0-498,-1 0 1,1-2-1,2 0 1,1-2 0,1-1-171,-1-2 1,1-1 0,-1-1-1,0-2 0,-1-2 1,0-2 0,0-2 0,1-3-24,1-3 1,-1-1 0,-1-2 0,-1-1-58,1-1 0,-3-2 1,0 1-1,-2-1-175,1 0 0,0-1 1,-2 3-72,0 1 1,0 4-1,-2 1-2624,0 1 2454,1 3 0,1 3 1,2 3-1274,2 1 1457,1 0 0,3 1 0,1 0 1</inkml:trace>
  <inkml:trace contextRef="#ctx0" brushRef="#br0" timeOffset="81791">12353 659 7548,'1'4'282,"1"-1"-1,1 0 0,2-1 0,1 0 0,0-1 16,-1 1 0,2-2 0,-1 0 0,2 0 0,-1 0 0,2-2 1,0-2-1,1-2-270,-1-1 0,1 1 1,-2-2-1,-1 0 75,-1 1 0,-3-1 0,0 3 0,-2 1 122,1 0 0,0 1 0,-4-1 0,-2 2 0,-2 0 194,-1 0 0,-2 0-264,-2 2 0,0 1 0,-1 0 0,1 3 66,0 1 0,0 1 1,-1 0-1,1 1-120,0 0 1,1 3-1,2-1 1,0 1 0,3 1-182,0 1 0,2 0 0,-1-1 0,2 1-338,2-1 0,0 0 0,2 0 0,2 0-635,1-2 1,3 0 0,2-4 0,3-2-312,2-1 0,2-2 1083,1-2 0,0-3 0,1-4 1</inkml:trace>
  <inkml:trace contextRef="#ctx0" brushRef="#br0" timeOffset="81792">12595 609 10454,'-3'5'0,"0"2"206,1 0 1,1 0-1,-1 2 1,0 1-1,0 1 1,1 0-1,0 1 1,-1 1 399,0 0 1,1 0 0,1-2-440,0 0 1,1-2-1,2-2-263,0-3 0,1 1 1,1-3-1,1-2 0,0-1 0,-2-5 1,1-3-1,1-2 0,1-2-155,-1-2 1,0-2-1,1-1 1,0 0 186,0 1 0,0 0 0,-2 3 0,1 0 51,-1 1 0,1 1 0,0 3 0,-1 1-60,1 2 0,0 2 0,-1 1-80,1 1 1,-1 1 0,-1 2 0,0 3-553,0 1 0,-1 1 0,1-1-1051,1 1 1,-2 1 1738,0-1 0,4 3 0,1-3 0</inkml:trace>
  <inkml:trace contextRef="#ctx0" brushRef="#br0" timeOffset="82274">12904 682 6950,'6'-1'0,"0"-1"418,-1-1 0,-1-2-235,0-1 0,-1 0 0,1 1 0,-1-1 0,0 1 0,-2-1 0,0 0 1,-1 1-1,0-1 340,0 0 0,-1 1 1,-1-1-1,-1 1-304,-2 1 0,-2 0 1,0 2-1,-2 1 0,-1 1 1,-1 1-1,0 2 0,-1 2 1,0 2-1,0 1 1,-1 2 858,0 0-907,0-1 1,2 4 0,0-2-1,0 1-48,2 0 0,1 0 0,4 0-456,3-1 1,0-4 0,2 0-27,3-3 1,0-1 0,6-3 0,0-1-193,3-3 0,1-2 1,3-6-1,0 1 0,-1 0 67,-1 0 0,-1-1 0,-3 2 0,0 0 134,1 3 1,-4 1 0,0 1 779,-2 1 1,-3 2 0,-1 4 186,-4 2 0,-1 3 0,-2 2 0,-1 2-219,0 0 1,-1 1 0,-1-1-1,1 1-196,1 0 1,2 0-1,1-3-853,1 0 0,0-1 0,3-3-92,0-2 0,3 0 0,4-3 0,0-1-1354,1-3 1819,2 0 1,0-9-1,3 1 1</inkml:trace>
  <inkml:trace contextRef="#ctx0" brushRef="#br0" timeOffset="82738">13141 643 8022,'2'3'235,"2"-1"0,0-2 1,1-2-1,-2-1 1,1-1-1,0 0 1,-1 0 355,0-1 1,-2-1-1,-1 0-52,0 1 0,0 1 1,-2 1-1,-2 0-239,-1 0 1,-1 1-1,-2 1 1,-1 0-133,-2 1 0,0 2 0,0 2 1,0 1-1,-1 1-54,1 2 0,1 1 0,0 2 16,0 0 0,1 0 1,-2 1-117,2 1 0,1-3 1,3 2-1,1-2-425,2-2 1,1 1 0,2-4-206,1-2 1,2 0-1,3-3 1,3-1-1,2-1-210,1-1 0,1-3 1,-1-1-1,1-1 375,-2-1 1,3 2 0,-4 0-1,-1 3 179,-2 2 0,-2 0 0,0 0 176,0 3 0,-3 2 0,-1 3 0,-2 1 1027,-2 0 0,-1 3 1,-3 0-1,0 0-237,1 1 0,-2-1 0,1-1-418,-2 1 0,-1 0 0,1 0 1,1-1-400,-1-1 0,1 0 1,0-3-1,1-1-2745,0 0 1958,3-3 0,0-1 0,3-3 1</inkml:trace>
  <inkml:trace contextRef="#ctx0" brushRef="#br0" timeOffset="83104">13236 676 8778,'6'4'0,"0"0"0,1 0 0,1-1 0,1-1 529,1-2 1,1 0 0,2 0 0,0 0-548,2-2 1,0-1 0,2-3 0,-1 0-58,-1 1 0,1-3 1,-4 1-1,-1 0-3,-1 1 0,-3 0 0,0 0 1,-2 1 383,-1-1 0,-3 0 0,0 1-44,-2 2 1,-3-2 0,-3 3 0,-4 1 0,-2 1 0,-3 0 206,-2 0 1,2 3 80,-3 2 0,2 3 0,1 4 0,0-1-315,1 0 1,4 0 0,1 1 0,2 0 0,2 0-589,2 1 1,2 0 0,2-3-1,3-2-582,4 1 0,8-3 0,3-2 0,3-2-602,4-1 0,7-6 0,2-2 1</inkml:trace>
  <inkml:trace contextRef="#ctx0" brushRef="#br0" timeOffset="181234">1642 76 8355,'-3'0'1075,"1"0"1,1 0-680,-1 0 0,2 0 1,0 1-1,2 0 1,1 1-21,1-1 1,4 2-1,1-1 1,1 1-160,2-1 1,1 0-1,1-2-27,2 0 1,1 0 0,3 0 0,0-1-83,2-1 1,-2 0 0,1-2 0,-1 0-160,-2 2 1,-2-2 0,-2 2 0,-2 0-1,-2 1-405,-1-1 1,0 0-5147,-1 2 4765,-1 0 1,-1 2 0,0 1 0</inkml:trace>
  <inkml:trace contextRef="#ctx0" brushRef="#br0" timeOffset="180060">1687 115 8355,'0'-3'-6,"0"-1"277,0 0 0,0 0 452,0 1 1,0-1 62,0-2 0,1 3 747,1 1-1326,-2 2 1,3 2 0,-2 2 0,0 1 0,1 1-1,-1 2 215,0 1 1,-1 2 0,-1 2-1,0 2-196,-1 2 0,-3-1 0,2 1-216,0 0 0,-2 0 0,2 0 0,-1 0 68,1 0 1,1-3 0,-1-1-1,-1-1-851,1-1 0,2 0 0,-1 0 0,2-1 0,0-1-3462,0-1 3340,0-1 1,2-1 0,1 0 0</inkml:trace>
  <inkml:trace contextRef="#ctx0" brushRef="#br0" timeOffset="180675">1693 267 8355,'-3'-5'175,"1"1"175,-2 0 768,-1 3 535,5-2-1466,-3 3 0,3 1 0,1 0 0,1 2 0,1-1 76,2 1 1,1-1-1,0-2 1,-1-1-145,1-1 1,-1-1 0,0-3-1,-1 1-90,1-1 1,3 0-1,-3 1-183,2-1 1,-1-1 0,1-1 0,1-1 0,-1 1 0,1 0-675,-1-1 1,3 0-1226,-3 2 1,1-1 1603,-3 2 1,1-2 0,-1 0 0</inkml:trace>
  <inkml:trace contextRef="#ctx0" brushRef="#br0" timeOffset="180676">1766 205 8355,'-2'6'131,"0"0"0,0-1 0,2 1 1,-1 0-32,-1 2 1,0-2 589,2 1 1,0 2-1,2 0 1,0 0 0,1 1-1,2 0-428,0 0 1,0 1-1,1-1 1,-1-2-317,-1 1 1,1 1 0,-2-2 0,2 1-578,1-1 0,0-2 1,-1-1-1,0 1-519,-1 0 0,1-3 274,-1-1 0,-2-2 0,1 0 0</inkml:trace>
  <inkml:trace contextRef="#ctx0" brushRef="#br0" timeOffset="182162">2030 335 8355,'-3'0'2193,"-2"0"1,5 0-2528,0 0 0,3 0 0,5 0 1,1 0 452,2 0 1,2 0-1,3-1 1,2 0-230,3-1 1,-1-1 0,0 2 0,2-1 0,-1 0-1293,-1 0 1,2-1 0,-2-3 0</inkml:trace>
  <inkml:trace contextRef="#ctx0" brushRef="#br0" timeOffset="181875">2064 222 8355,'-3'-3'305,"0"0"476,3 1 0,1 1 1,1 0-1,2 0-256,1 1 1,2 0 0,1 0 0,1 0-496,1 0 0,-1 0 0,2 0 0,1 0-20,0 0 1,-1-1 0,1 0 0,1-1-482,0 1 0,0 0 0,-2-1 1,0 1-1,-1-1 0,-1 0 1,-1-1-1,-1 1 0,-1-1 1,-1 1-433,-1 0 1,-2-1-1,-2-3 1</inkml:trace>
  <inkml:trace contextRef="#ctx0" brushRef="#br0" timeOffset="177500">2536 391 8295,'0'-6'1052,"0"3"1,-1 1 0,0 2-618,-3 2 1,1 1 0,1 3 0,0-1-237,0 1 1,-2 0-1,2 2 1,-1 1-106,1 2 0,-3-2 0,2 1 0,-2 0 0,1 2 0,0 1 0,0 0 0,0-2 378,0-2-546,-1-1 1,4 0 0,-1-1-1,0 0 1,0-1 0,1-1-1,0-3 1,2-4 0,0-3 0,1-3-1758,2-4 1528,-1-1 0,3-5 0,0 0 65,-1-1 0,-1 3 0,-1 1 0,0 1 201,0 2 0,-2 3 0,1 1 548,-1 2-203,1 3 1,-1 3 0,1 4 0,-1 2 0,-1 2-102,2 1 1,-1 1 0,1 1-1,-1 0 1,0 0-128,1 1 1,2-1 0,-2 0 0,1 0-64,-1-2 1,3 1 0,-2-2 0,0 0-42,1-2 0,0 1 0,2-4 0,-1 0-15,1-1 0,-2-2 1,-1 0 113,2 0 1,-2-1 0,0-2 0,-1-3-80,0-2 0,0 0 0,0-3 0,-1-1-181,0 0 0,-1 0 1,0-1-1,0 1-731,0 1 1,2 1-1,0 2-384,-1 1 0,0 2 0,0 1 1019,1 4 0,3 3 0,-2 3 0</inkml:trace>
  <inkml:trace contextRef="#ctx0" brushRef="#br0" timeOffset="177788">2688 441 8355,'-4'0'548,"0"0"1900,0 0-952,1 0-1186,1 0 1,2 1 0,0 1-265,0 2 0,2-1 0,2 1 55,1 0 0,1-2 0,-1 1 0,1-1-1279,0 0 1,0 0 0,1-2-810,0 0 1,3 0 1715,-3 0 1,1 0-1,-3 0 1</inkml:trace>
  <inkml:trace contextRef="#ctx0" brushRef="#br0" timeOffset="178084">2834 391 9511,'0'5'728,"0"2"0,0 0 1,0 2-283,0 0 1,-2 1-1,0 0-492,1 0 1,0 2 0,1 1 0,0 0 0,0-1-1136,0 0 1,0 1 0,0-2 296,0 0 1,0-3-1,0 0 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15.599"/>
    </inkml:context>
    <inkml:brush xml:id="br0">
      <inkml:brushProperty name="width" value="0.04536" units="cm"/>
      <inkml:brushProperty name="height" value="0.04536" units="cm"/>
    </inkml:brush>
  </inkml:definitions>
  <inkml:trace contextRef="#ctx0" brushRef="#br0">6 1 7463,'-3'0'1510,"0"2"-1208,3 2 1,2-1-1,1 0-102,0 0 0,-1-1 1,1-2-1,2 0-2,0 0 1,0 0 0,1 0-49,0 2 1,1-1-1,1 1 1,1 0 0,1 0-2,1-1 0,0 2 0,1 1 0,1-1-263,2 1 1,1-2 0,2 1 0,0 0 0,3 0 85,1-1 1,1 2 0,1-2 0,1 1 85,0-1 0,6 2 0,3-2 0,1 0-129,1 0 1,1 0 0,3 1 0,0 0 53,2 0 1,5 0 0,1 1-1,3-2 1,2-2 0,1 0 0,3 0 16,0 0 0,1-2 1,1-2-1,0-1 1,0 0-65,-2 1 1,4-1 0,-1 2 0,0-2-10,0 2 1,-2-2 0,-3 3 0,0 1-17,-3 0 1,-1 1 0,0 0-1,-2 0 155,-4 0 0,1 2 0,-5 0 0,1-1 13,-1 0 1,-1-1-1,-2 0 1,-1 0-273,-2 0 1,-3 0 0,1-1 0,0 0 0,-2-1 0,-1-1 0,-2-1 0,-3 0-860,-3 0 1,-1 1 0,2-3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22.784"/>
    </inkml:context>
    <inkml:brush xml:id="br0">
      <inkml:brushProperty name="width" value="0.04536" units="cm"/>
      <inkml:brushProperty name="height" value="0.04536" units="cm"/>
    </inkml:brush>
  </inkml:definitions>
  <inkml:trace contextRef="#ctx0" brushRef="#br0">9198 1143 8355,'-6'0'88,"1"0"557,-1 0-554,3 0 0,-1 0 0,4-2 0,1-1 1,2-1-1,3 0 0,0 0 303,1 1 0,4-1 0,0 1-93,1 0 0,3 2 1,1-1-1,2 1 0,1 2 20,1 1 0,-2 1 0,2 3 1,-2-1-269,-1 1 0,-1 0 0,-3 0 0,0 1-101,-2 0 1,-2 1 0,-3-3 0,-2 1 228,-2 0 0,-1 1 0,-3 1-130,-4-2 1,-1 3-1,-3-2 1,-3 0 0,-1 0-1,-1 0 170,1 0 0,-2-1-299,1-2 1,1-1 0,1 3 0,2-1 0,1-1 73,3 0 1,1 0-1,2 1-84,3 1 1,1 0 0,1-1 0,4 0 57,2-1 0,2 1 0,5-2 1,2 0 66,2-1 0,3-1 0,0-1 1,1-1-417,0-1 0,0 2 0,-1-2-3606,-2 1 3124,-2 1 0,0 0 0,0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22.190"/>
    </inkml:context>
    <inkml:brush xml:id="br0">
      <inkml:brushProperty name="width" value="0.04536" units="cm"/>
      <inkml:brushProperty name="height" value="0.04536" units="cm"/>
    </inkml:brush>
  </inkml:definitions>
  <inkml:trace contextRef="#ctx0" brushRef="#br0">1 51 7750,'6'0'210,"1"0"1,1 0-1,2 0 1,3 0 0,1 0-1,2 0 1,2 0 0,3 1 85,1 1 1,4-1-1,3 1 1,5 0-361,2 0 1,0 2 0,3-1-1,2 1-57,3 0 0,1-1 0,5 1 0,1-2 147,1-2 0,1-2 0,1-2 0,1-2 1,-2-1 407,0 0 1,1-2-1,-3 0-179,-1 1 1,-3 2 0,-1 0-1,0 0 1,-4 2-766,-3 1 0,-4 0 1,-2 1-1,-5 0-788,-5 2 0,-2 0 0,-4 0 834,-2 0 0,-5 0 464,-3 0 0,-3 0 0,-2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31.710"/>
    </inkml:context>
    <inkml:brush xml:id="br0">
      <inkml:brushProperty name="width" value="0.04536" units="cm"/>
      <inkml:brushProperty name="height" value="0.04536" units="cm"/>
    </inkml:brush>
  </inkml:definitions>
  <inkml:trace contextRef="#ctx0" brushRef="#br0">1 28 9207,'5'0'0,"1"0"0,2 0 328,1 0 0,4 2 0,3 0 1,2-1-1,4 0 0,4-1 1,5 0 198,5 0 1,3 0 0,7 0-1,3 0-310,4 0 0,7 0 1,5 0-1,7-1-121,5-1 1,0 1-1,5-2 1,2 0 0,1 2 65,0-2 1,2 2 0,-4-3-864,0 0 0,-5 1 1,-2 1-1,-5 0 0,-5 0-1506,-3 1 1,-3 0 1755,-8 1 0,-2 0 0,-5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47.961"/>
    </inkml:context>
    <inkml:brush xml:id="br0">
      <inkml:brushProperty name="width" value="0.04536" units="cm"/>
      <inkml:brushProperty name="height" value="0.04536" units="cm"/>
    </inkml:brush>
  </inkml:definitions>
  <inkml:trace contextRef="#ctx0" brushRef="#br0">90 19 8355,'0'-6'1355,"0"0"6,0 2-403,0 2 132,0 2-792,-3 2 0,3 0 0,-2 2 0,0 0-61,0-1 1,1 2 0,-3 0 0,0 2-88,1 0 1,-3 2 0,3-1 0,-3 2 0,1 1 3,1 1 1,-1 1 0,1 0 0,-1 1-99,1-1 0,-1 2 0,2 1-149,-1 1 1,0-1 0,1-2-1,0-1-44,1-1 0,0 1 0,2-3-779,0-1 659,0 0 0,2-7 0,2-4 0,2-6-16,0-5 1,0-2 0,-1-3-1,2-1 101,1 0 0,-1 0 1,1-1-1,-2 0-56,0 0 1,0 2 0,-1 3 406,-1 3 0,-1-1 0,-2 6 0,0 1 164,1 1 0,0 5 1,-2 0-1,0 3-253,0 2 1,2 4 0,0 2 0,1 1 0,0 3 0,1 0 0,0 1-1,2 0 1,0 0 0,0 0 0,0 1 0,1-1 0,-1-1 224,0 0 0,0-2-335,0-3 1,1-1 0,-3-3 0,1-1 15,1-1 0,0-2 0,0-5 0,0-3 0,2-4 85,0-3 1,0-3-1,-2-3 1,-1-1-59,1 1 1,0-1 0,0 0 0,-2 0-192,0-1 1,-2 5-1,0-1 1,-1 2-498,1 4 0,-1 0 1,0 3-3808,0 0 3007,-1 4 0,0 4 1454,0 4 0,3 4 0,0 2 1</inkml:trace>
  <inkml:trace contextRef="#ctx0" brushRef="#br0" timeOffset="677">411 179 8355,'-6'0'2103,"2"0"-1112,0 0-1391,3 0 1,-1 0 0,4 0 0,2 0-631,1 0 1,6-2-1,2-2 1</inkml:trace>
  <inkml:trace contextRef="#ctx0" brushRef="#br0" timeOffset="415">304 441 8355,'0'4'912,"0"-2"0,0-2 0,1-2-417,1 0 1,1-4-402,3 0 0,-2-4 0,1 0 0,1-1 0,0-1 0,1 0 1,-1 1-1,-1 0 0,-1 2 791,1 0-915,0 1 1,-1 5 0,0 2 0,-2 2 7,0 3 0,-2 3 1,0 2-1,0 0-328,0 2 0,0-1 1,0 1-1,0-2-1193,0 0 0,0 1-324,0-2 1486,3-3 0,0-3 0,3-2 0</inkml:trace>
  <inkml:trace contextRef="#ctx0" brushRef="#br0" timeOffset="1930">453 340 8355,'0'3'641,"-3"0"0,2-3 1142,-3 0-846,2 0 0,0 1-706,2 1 1,0-2 0,2 3-120,0 0 0,2-2 1,0 2-1,1 0-231,1-2 0,0 1 0,0-1 0,0 1-659,0-1 0,2 0 1,0-1-280,-1 0 1,2 0-1,-1 0-1078,-1 0 1987,0 0 1,-1 3-1,0 0 1</inkml:trace>
  <inkml:trace contextRef="#ctx0" brushRef="#br0" timeOffset="2250">589 298 11158,'-3'3'425,"0"-2"1,3 3-382,0 1 0,0 0 0,0 2 0,1 1-173,1 2 1,-1-1 0,1 0 0,-1 1 0,0-2 0,1 1 112,0 1 1,0-3-2580,0 1 1831,0 1 0,-2-2 0,0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43.660"/>
    </inkml:context>
    <inkml:brush xml:id="br0">
      <inkml:brushProperty name="width" value="0.04536" units="cm"/>
      <inkml:brushProperty name="height" value="0.04536" units="cm"/>
    </inkml:brush>
  </inkml:definitions>
  <inkml:trace contextRef="#ctx0" brushRef="#br0">470-285 8414,'6'0'1348,"-2"0"1,-2-1-1,-2 0 1,-2-2-988,0 0 1,-2-1-326,2-2 0,-2 2 1,2 0-1,-1 0 34,0-2 0,-1 2 0,0 0-56,-1 0 1,-3-2 0,0 0-1,0 1 1,2 1 14,0 0 0,-2 0 0,-1 0 0,1 0-99,-1-1 1,-1 0-1,0 1 1,1 0 63,-1-1 1,0 2 0,-2 0 0,0-1 13,0 1 0,-1 2 0,0-1 1,-1 1-34,-1 1 1,1-1-1,-2 0 1,0-1 14,1 1 1,-2 0-1,1 1-28,1 0 1,0 0 0,2 0-1,-1 0 72,1 0 1,0 0 0,1 0 0,0 0-4,1 0 0,-1 1 0,0 1 0,-1 1-18,-1 0 1,1 3-1,-2-2 1,0 1 17,2 1 0,-1 0 1,0 0-1,1 0-30,0 0 1,1 0 0,0-1 0,0 2 0,1 0-29,1 1 1,-1 1 0,2-2 0,-1 2 10,0 0 1,2 1 0,-2 2 26,0 0 1,0 2 0,0 2-1,0-1 28,-1 1 1,1 0 0,0 1 0,1 0-1,0-1 0,2-1 0,-2 2 6,0-2 1,3 1 0,-2 0 0,1 0 0,1 1 11,0 0 0,1-1 0,-1 0-51,0 0 0,0-1 0,0 1 0,2 0 0,0 0 1,2-1 13,1 0 0,0-1 0,1-2-34,0 2 0,0-1 0,1 3 1,0-2-1,1 0-48,-1 1 1,2 0 0,1 3 0,0-1-2,0-1 1,-2 1 0,2-1-22,0 1 1,2-1 0,1 0-1,1 0 18,0-1 0,1 1 1,1-2-1,1-1 24,1 0 1,0 0-1,0 0 1,0 1-1,-1-1-27,1 0 0,0-2 0,1 1 106,1 0 1,-2 0 0,3 0 0,-1-1-1,-1 0-62,1-1 0,0-2 0,1 1 0,-1 0 13,1-2 22,1 2 0,0-2 0,1 1 0,-1-1 0,0 0 0,0 1 0,-1 0 11,-1-2 0,1 0 0,1-1 0,1 0-84,-2-1 0,3-2 1,-3 1 52,3 0 1,-1-1 0,1-2 0,0 0 7,0 0 1,-2 0 0,1 0 0,1 0 0,-1 0-33,0 0 0,3 0 1,-4-1 68,1-1 0,-1 1 0,3-2 0,0-1 0,1 1-7,-1-2 1,0 0 0,-2-2 0,1 0-1,0-1 1,-1-2-1,0 2 1,-2 0 1,-1 0 1,1-1-1,-2-3 1,1 0 10,-1 0 0,2-1 0,-1-1 0,-1-1 46,-1-3 0,2 0 0,1 0-69,0-2 1,-2 0 0,1-3-1,-1 1-16,1 0 0,-3 1 1,1-2-1,0-1 1,0 0 26,-1 1 0,-3-2 1,1 2-66,-1 1 0,-3-1 0,0-1 0,-1 0 1,-1-1 51,0 1 1,-2-1 7,-3 3 1,-1-2 0,-4 0 0,-1 1 0,-2 1 0,-1 1 11,-1-1 1,-2 0-1,-1 1 1,-1 0-5,0 0 0,-5 2 1,3-1-42,-3 1 1,1 3 0,-1 1 0,1-1-328,1 0 1,-2 2 0,1 2-1,1 0-253,1 0 0,0 0 1,0 1-1,0 0 1,1 1-150,1 0 1,0-1-233,4-1 0,-3 0 0,2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45.917"/>
    </inkml:context>
    <inkml:brush xml:id="br0">
      <inkml:brushProperty name="width" value="0.04536" units="cm"/>
      <inkml:brushProperty name="height" value="0.04536" units="cm"/>
    </inkml:brush>
  </inkml:definitions>
  <inkml:trace contextRef="#ctx0" brushRef="#br0">3015-196 8355,'-4'0'-201,"0"0"1,0 1-608,0 1 1,-1-1 1508,1 1 0,2-2 0,-1-2 0,1 0 17,0-2 1,-1 3 0,2-2 0,-2 1-566,0 0 1,1-2 0,-1 2 0,-1-2-58,1 0 0,0 0 0,-2 1 0,2-2 79,0 0 0,-1-1 1,0 0-1,-2 0-11,0 0 0,1 0 1,-1 0-98,0 0 0,-3 2 0,0 0 0,-1-1-44,0 0 0,0-1 0,-2 0 0,0 0 0,0 0 62,1 0 1,-3 0 0,-1 0-110,0 0 1,1 0-1,-2 1 1,0 1 0,-1 0 145,-1 2 0,0-2 0,0 1 0,1 0-70,1 1 0,-1-1 0,3 2 0,-1-2-44,1 0 1,-2 1 0,1 0 0,0 2-9,-1 0 1,1-2 0,1 0 0,0 1-115,0 0 1,-2 1 0,2 0 94,-2 0 0,3 0 0,-2 0 0,2 0 24,2 0 1,0 0 0,-1 0 0,0 1 0,0 0 4,0 1 1,1 2 0,-1-2-24,0 2 1,0 0-1,0 2 1,0 0-1,0 0 8,0 0 0,0-1 1,-1 2-1,-1 0 5,0 1 1,2 1-1,0-2 1,0 1 31,0-1 0,0 2 0,-1 0 0,-1 0-16,0 1 0,1 0 0,0 0 0,-1 0-17,1 1 0,0 1 0,0 0 14,-1 0 0,1 1 0,3 0 1,-2 1 4,2-1 0,0 0 0,-1-1 0,2 0 0,0 1-8,0 1 0,1 0 0,0-2-5,-1 0 0,2 3 0,-1 0 0,0 1 0,0 0-9,1 0 0,-2 1 0,-1-1 1,1 0 5,1 1 0,1-2 0,2 0 0,-1 0-7,0-2 1,0-1-1,0 1 1,0-1 3,3 0 0,-2 4 0,2-4 1,1 0-1,-2 1 0,2-1 1,-2 0-1,2 1 0,-2 1 1,2 0-1,-1 0 0,1 0 1,0-1-1,0 0 0,1 1 0,0 0 1,2-1-83,1-1-27,-1 0 1,4 0 54,-1 0 0,1 2 0,1 0 0,0-1 50,0 0 1,0-1 0,0-1-1,0 2 16,2 1 0,-1-2 0,1 2 0,-1-1 0,1-1 0,-1 0 0,3 0 1,-1 0-26,0-1 1,1-1-1,2-2 1,0 0 28,0 0 0,1 0 1,2-2 23,0 0 0,0-2 0,1 0 0,1 1 0,0 0-24,0 1 0,0 1 1,1 0-35,0 1 1,0 0 0,0-2 0,0-1 0,1 0-53,1-1 0,1-3 0,-2 3 0,1-2 68,1 0 1,-1-2 0,1 0 0,0 0 8,-2 0 1,-1 0 0,0 0 0,0-2-31,0-2 1,0-1 0,0-1 0,-1 0-5,1 0 0,2-2 1,0-1-1,-1 1 3,0-1 0,-2-1 0,1 1 0,0 1 14,0-1 1,0-1 0,0 2 38,-1-2 0,1 1 0,-1-1 0,0 0 0,-1-1-4,0 0 0,-1-2 0,-1 0 0,-2-2 0,0 0 0,0-3 0,0-3 352,0-2-356,0-2 0,0-6 0,-1-1 0,2-4 49,1-3 0,-2-2 0,2 0 0,-1 2 83,-1 4 1,-3 3 0,-1 5 0,-2 1-59,0 1 1,0 2-1,0 1 1,0 0-200,0-1 0,-2 1 1,-1 0-122,0 0 0,-1 0 1,-2 1-1,-1 0-111,-3 0 0,0 0 1,-5-2-1,0 1 0,-2 1-460,0-1 1,-5 3 0,2 2-574,-2 1 1,-2 0-1,0-2 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51.186"/>
    </inkml:context>
    <inkml:brush xml:id="br0">
      <inkml:brushProperty name="width" value="0.04536" units="cm"/>
      <inkml:brushProperty name="height" value="0.04536" units="cm"/>
    </inkml:brush>
  </inkml:definitions>
  <inkml:trace contextRef="#ctx0" brushRef="#br0">2135 102 8355,'3'-9'88,"-1"1"1,-1 2 0,1 1-1,0 1 1012,-1 0 1,0-1-250,1 1 1,0 1-583,2 3 1,-3 1 0,1 2-122,-1 3 1,-2 0 0,0 2 0,-2 1 0,0 1 0,-2 1-1,0 2 1,1 0 0,0 1 0,-1 0 0,0-1 0,0 1 71,1 0 0,-1-2-388,3 0 0,-2-3 0,2-1-39,1-1 1,0-3-67,1 0 1,1-4-1,0 0-101,1-3 1,3-5 0,-1-2 0,1-1-54,1-1 1,1-4 0,0-2 294,1-1 1,0 2 0,-2 0 0,0 1 28,-1 1 1,1 4-1,-2 3 1,0 0 409,-2 3 1,1 3 57,-1 0 0,-1 7 0,1 3 0,-1 5 0,0 3 9,1 1 1,0 1 0,-2 2 0,1-1-249,1 1 0,-1-2 1,3-1-1,1-1-40,0-2 1,1-2 0,0-2 0,1-2-50,0-2 1,0-2-1,2-2 1,-1-2-4,0-2 0,0-4 1,-1-5 216,1-2 1,1-1 0,-2-3-1,0-2-259,-1 1 0,0-1 0,-3 1 1,1 1-102,0-1 1,-3 1 0,2 1 0,-1 2-777,0 4 1,0 1 0,-2 3-987,0 0 0,2 4 0,0 2 1423,-1 3 0,2 5 0,1 1 0</inkml:trace>
  <inkml:trace contextRef="#ctx0" brushRef="#br0" timeOffset="351">2379 441 9647,'0'-2'793,"0"1"0,2-7 0,0 2-527,1 0 0,1 0 0,0 0 0,0-1-96,1-1 1,0 1-1,1 0 1,-2 0-124,0 1 1,-2 1 0,1 0 0,1 2-132,-1 0 1,-2 2-1,1 3 1,-1 2-210,-1 1 0,-1 3 1,0 1-1,-2 0-259,0 1 1,2 1-1,-2-1 1,1-2-875,0-2 1,0-2 1008,2 0 0,0-5 0,0 0 1</inkml:trace>
  <inkml:trace contextRef="#ctx0" brushRef="#br0" timeOffset="603">2486 227 8355,'-6'0'2307,"0"0"-1618,0 0 0,0 3-1135,0 1 0,3-1-908,1 1 1,1 0-1,1 2 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6:57.321"/>
    </inkml:context>
    <inkml:brush xml:id="br0">
      <inkml:brushProperty name="width" value="0.04536" units="cm"/>
      <inkml:brushProperty name="height" value="0.04536" units="cm"/>
    </inkml:brush>
  </inkml:definitions>
  <inkml:trace contextRef="#ctx0" brushRef="#br0">12 268 8962,'-5'0'1233,"1"-2"-1190,2-2 1,2-1 0,2 0 0,0 1 0,0 0-49,0 1 1,-1-2 0,3 3 0,1-1 3,0-2 1,2 0 0,0-1-1,2 0 1,0 0 73,2 0 0,0-2 0,1 0-88,0 1 0,0-1 0,2 1 0,2-1 0,0-1 114,0 0 1,3 0-1,0 0 1,1 0-41,3 1 0,2-2 1,1 1-1,-1 1 0,-1-1 1,3 1 0,0 0-1,2 0 1,1 1-98,0 0 0,0 2-59,-1-1 0,1 2 0,-1 2 0,0 0-42,-2 0 0,0 0 1,2 2-1,-2 0 46,-1 0 1,0 2-1,-2 2 1,-1 0 0,-1 0-9,-2 0 0,0 1 0,0 1 113,-1 0 0,-2-2 0,-2 0 1,2-1-1,-1 0 175,0 2 0,1-2 1,-3 1-1,1 0-35,-1-1 1,0 3 0,-4-2-1,-1 1-43,0 1 1,1 0 0,-2 0 0,-1 0 0,0 0 77,-1 0 0,0 0-83,-1-1 0,3 1 1,1 0-1,0 0-82,-1-2 0,1 0 0,-2-2 0,1 0-247,-1 1 1,0-2 193,-1 0-1249,0 0 1,-4-1 0,-2 0 658,-3 0 0,-2 0 0,-1 0 0</inkml:trace>
  <inkml:trace contextRef="#ctx0" brushRef="#br0" timeOffset="1716">1380-225 8355,'-3'-3'1272,"2"-3"-428,-1 6-236,2-3-320,0 3 0,0 3 0,0 1 0,0 1 0,0 1 0,0 2 0,0 1 1,0 1-29,0 0 0,0 3 0,-1-3 1,0 1-149,-1 1 0,0-1 0,2 0 0,0-1-73,0 0 0,0-1 1,-1 1-1,0-2 0,-1 0-33,1-2 0,0 0-115,1 0 1,-2 0 51,0 0 0,0-3-73,2-3 0,0-6-14,0-4 1,3-1 0,1-3 0,1-3-1,1-2 1,0-2-105,0 0 1,0-2 0,2 3 0,-1 0 107,1 1 0,-2 1 0,0 4 0,1 1 113,1 0 0,-1 3 0,3 2 0,1 1 307,0 1 1,1 4-1,0 0-89,-1 2 0,1 0 0,0 3 0,-2 3-53,0 3 0,-3 4 0,1 2 0,-1 0 0,-2 2 0,-1 0 0,-2 1 0,-1-1 0,-1 1 0,-1 0 0,-1-1 0,-2-1 0,-1-1 0,-2-2 0,0-1 718,-1 0 1,-2-4-900,2 0 1,-2-2 0,0-1 0,-1 0-252,1-1 1,-1-3-1,2 1 1,0-1 17,1-1 1,1-2 0,2-1-572,1 0 1,-1-1 0,3-2 0,2 0-3352,3-2 3729,1 1 0,8-4 0,-3 2 1</inkml:trace>
  <inkml:trace contextRef="#ctx0" brushRef="#br0" timeOffset="1942">1719-106 8604,'-4'0'766,"0"2"1,1 2 0,0 2 0,0 0 0,0 1 0,-1 2-536,0 0 1,0-1-1,2 1 1,0 1-137,-1-1 0,3-2-4778,-2 1 3707,1-4 0,4-4 0,0-3 0</inkml:trace>
  <inkml:trace contextRef="#ctx0" brushRef="#br0" timeOffset="2209">1725-267 9637,'-4'3'177,"1"-2"0,2 3 1,-1 1-1,0 0 216,2 1-1565,0 0 0,0 0 506,2 0 1,2 0 0,2 0 0</inkml:trace>
  <inkml:trace contextRef="#ctx0" brushRef="#br0" timeOffset="2788">1867-112 8355,'-2'-6'336,"-2"1"541,-2 1 1,2-1 699,0 3-756,3 0-597,-2 2 0,4 2 0,1 1 0,1 0-237,1 2 1,2-2 0,-1 0-619,2 0 0,4-1 1,-1 0-1,1 0-1065,3-1 1,2-1 1181,1-2 0,4-1 0,0-3 1</inkml:trace>
  <inkml:trace contextRef="#ctx0" brushRef="#br0" timeOffset="2787">2010-201 8355,'6'-6'167,"-2"0"1,-1 0 0,0 0-1,-2 0 1,0 0 0,-1 0 0,0-1 445,0-1 0,-1 2 0,-1-2 0,-2 1 0,-1 1 0,-1 0-118,3 0 0,-3 3 0,2-1 0,-1 2-302,-1 0 0,0 2 1,0 0-1,0 2 0,1 2-15,1 1 0,-1 2 0,1 1 0,-1 1-131,1 0 1,-1 5 0,2 0 0,-1 2-169,0 0 0,0 3 1,0-1-1,0 0-107,2-2 1,0 3 0,2-3-1,0-2-239,0-1 1,0-1 0,0-1 0,0-1 0,0-1-1956,2 0 1,0-5 75,2 2 2243,0-4 1,-1-2 0,0-3 0</inkml:trace>
  <inkml:trace contextRef="#ctx0" brushRef="#br0" timeOffset="3261">2057-160 8355,'-6'0'0,"1"0"315,-1 0 1,2 1 494,0 1 1,2 1-728,0 3 0,2-2 0,2 0 0,3 1 0,2-1 77,0 0 0,6 2 1,0-3-1,0 0-1133,2-1 0,3 1 0,0-1 220,1-1 1,-1 2-1,0 1 1</inkml:trace>
  <inkml:trace contextRef="#ctx0" brushRef="#br0" timeOffset="3260">2260-243 8355,'0'-6'214,"0"0"1,0 2 0,0 0-1,0 0 1,0-2 0,-1 0 365,-1 0 1,1 0-275,-3 0 1,2 1-107,-2-1 0,0 0 0,0 0 0,0 0 1,1 0-1,0 2 0,0 1 0,0 0 1,-2 2 130,0 0 0,-1 4 0,0 1 0,0 1-205,0 3 0,0 2 0,0 4 1,-2 0 6,0 1 1,1 1 0,1 3-1,0 0-171,0 1 0,0 1 0,0-1-303,2-1 1,2 0 0,2 0-1,0-1-279,0-3 1,0-2-1,2-2 1,2-1-1,2-2 1,0-2-370,2-2 1,-1-1 94,1-3 0,-4-3 671,0-1 1,0-4-1,2-1 1</inkml:trace>
  <inkml:trace contextRef="#ctx0" brushRef="#br0" timeOffset="3774">2313-77 8355,'-6'0'-352,"0"0"714,0 0 1,0 0 217,0 0 1,0 0 128,0 0 1,3 1-378,1 1 0,1-1-89,1 3 0,0-2 0,1 2-113,1 1 0,1-2 1,3 1-1,0-1 0,1-1-8,1 1 0,-1 1 1,3-2-1,1-1-182,0 0 1,1-4-1,0-1 1,-1-1-43,1-1 1,-2-2 0,-1 0 0,0-1-48,-2 1 1,-1-1 0,-2 2 0,-2-1 6,-1 0 1,-1 2 0,0 0 225,0 0 1,-3 3 206,-1 1 0,-1-1 0,-1 1 1,-1 1-129,0 0 0,-1 4 1,-1 1-1,0 4-48,0 2 1,1-1-1,-2 1 1,2 0-1,1 1 1,0 1 130,1 0 0,0-1-573,0-1 1,3 1 0,1-3-1,1-1 1,1 0-792,0-1 1,1-1 0,1-1-1,4-2-1090,4-1 1880,1-1 1,3-6 0,2 0 0</inkml:trace>
  <inkml:trace contextRef="#ctx0" brushRef="#br0" timeOffset="4235">2497-148 10322,'-3'3'0,"1"1"0,1 3 0,-1 2 0,0 0 0,0 1 0,0 2 0,0 1 0,0 2 1543,0 0 1,0-4-1521,-1 1 1,1-3-1,-2 0 1,2 0 12,0-2-119,2-3 0,0-4 0,0-4 0,2-2-125,2-2 1,0-1-1,-1-2 1,2-1 0,0 1 49,1-1 1,2-2 0,0 3 0,-1 1-53,0 0 1,-1 2-1,0 1 1,0 2 164,0 1 1,-2 3 0,0-1 56,0 1 1,1 4 0,0 0 0,-2 1-368,0 0 0,-1 0 1,0 2-1003,2 0 1,1-3 1078,1-1 1,3 1-1,0 1 1</inkml:trace>
  <inkml:trace contextRef="#ctx0" brushRef="#br0" timeOffset="5698">2658-83 8355,'-6'0'16,"0"1"1,1 1 644,1 2 1,1-1-478,3 1 1,0 0 0,1 2-1,1 0 1,4-2 17,1 0 1,3-3 0,0 1-1,2-2 1,1-2 15,1-2 1,2-1 0,-1-1-418,0 0 0,-4 0 1,0 0-1,-1 1 1,-3 1-1,-1 0 1,0-1-1,-2 0 236,-2-1 1,-2 2 0,-2 2-1,-2 0 210,-2 0 1,0-2-1,-1 2 1,-2 1 280,0 0 0,1 1 0,-1 0 1,-1 0-262,1 0 1,1 1-1,-1 1-225,0 1 1,1 3 0,2 2-1,1 0 1,-1 2 152,0 0 1,2 1-1,0 1-712,2 0 1,-2-2-1,2-1 1,0 0-1,2 0-866,2 0 0,2-3 0,2-3 607,2 0 1,2-1-1,1-2 1</inkml:trace>
  <inkml:trace contextRef="#ctx0" brushRef="#br0" timeOffset="5699">2890-106 8355,'0'-4'2790,"0"0"-2242,-3 2-962,2 0 1,-2 2-1,2 0 721,-1 2 1,-1 2 0,2 4 0,-2 0-1,0 2 350,-2 3 0,2-1 0,-1 2-512,-1 1 0,2-2 0,0 2-147,0 0 1,-1-2 0,1-1 0,1 0-1,-1-2-109,2-3 0,0 0-422,-1-1 228,1-3 1,1-1-1,4-6 1,1-2-2,1-3 0,1 1 0,0-2 0,2-1 172,2-2 1,-2 2 0,3-1 0,-1 2 0,0 1 153,-1 1 0,0 2 1,-2 2-1,-1 2 576,0 1 1,-1 1 0,0 1 38,0 1 0,-3 1-446,-1 3 0,1 0 1,-1 0-1,-1 0 1,0 2-1,-1 0-129,0-1 0,0 0 1,0-2-1,0 1 1,0 0-1,-1 0-2094,-1-2 782,1-2 1,-1-2 0,3-2-1273,3-2 2244,0-2 0,5-2 0,-3-1 1</inkml:trace>
  <inkml:trace contextRef="#ctx0" brushRef="#br0" timeOffset="5700">3151-23 9092,'4'-1'-153,"0"0"1,0-2 316,-1 0 0,3 1 1,-3-2-1,1-1 1,0 1 279,1 0 0,-2-1 0,0 1-168,0-2 0,-1 0 0,0 0 32,0 0 1,-1 1-1,-3 1 1,-2 0-7,-1 2 0,-2-2 0,0 2 1,-2 0-52,0 2 0,1 0 0,-2 0 0,0 2-82,1 2 1,0 1 0,2 0-52,-1-1 0,0 1 1,2 3-1,0 0-113,0 1 1,2 0 0,1 2 0,0 0-442,2-1 0,0 0 0,1 1 0,1 0 0,1-2-756,2-1 0,2 0 0,2-4 0,4 0 34,3-2 0,1 0 852,2-2 0,-4-2 0,3-2 1</inkml:trace>
  <inkml:trace contextRef="#ctx0" brushRef="#br0" timeOffset="5701">3258-17 8355,'1'3'-21,"1"-1"0,-1-1 1,3 1-1,1 0 0,0-1 1,2 0-1,0-1 0,1 0 1,1 0-1,0-1 0,0-1 1,0-2 611,0-1 1,-1 1-407,2 0 1,-3 0 0,1-2 0,-2 0 0,-1 0 0,-2 0 728,0 0 1,-2 0-551,-3 0 0,-2 3 0,-4 1 0,-2 1-101,-1 1 0,-3 0 0,1 0 0,-1 1 0,0 1 13,0 2 1,1 1 0,2 1 0,2 0-143,0 0 1,1 2 0,3 1 0,0 0-314,1 1 0,3 0 0,-1 0 0,3 0-559,3-1 0,2 1 1,8-1-1,1-1-1075,5-2 1,8 2-1,2-5 1</inkml:trace>
  <inkml:trace contextRef="#ctx0" brushRef="#br0" timeOffset="6231">3645 13 8512,'6'6'-348,"2"-3"0,3 1 0,2-1 500,3 0 1,6-1-1,4 0 1,3-2-1052,3 0 537,-2 0 1,2 0 0,-2 0 0</inkml:trace>
  <inkml:trace contextRef="#ctx0" brushRef="#br0" timeOffset="5974">3710-88 10565,'6'0'613,"1"0"0,0 2-206,1-1 0,4 3 0,0-1-394,1 0 0,1-1 0,1 2 0,-1-1-555,1 0 0,-1-1 0,-3 0 1,-1-1-1057,-2 1 0,-2-1 1106,-2 3 0,-2-2 0,-2 0 1</inkml:trace>
  <inkml:trace contextRef="#ctx0" brushRef="#br0" timeOffset="6817">4334-142 8355,'0'-6'276,"0"0"3075,0 3-2892,0 0 1,-2 6 0,-3 1 0,-2 1-266,-1 1 1,-2 2-1,2 1 1,-1 0-54,1 1 0,-3 4 0,2 2 0,-1 1-71,0-2 0,2 3 0,-1-3 0,0 3-125,2-1 0,2-1 1,2-3-1,0-3-133,2-2 0,0-1 1,1-1 154,0 0 1,1-3 0,1-2-146,2-2 0,1-5 0,2-4 0,1-2 0,2-1-180,1-3 0,4-4 0,-1-1 1,0 0 278,-2 3 0,-2 1 1,0 3-1,0 1 96,-2 1 0,0 0 0,-3 3 0,-1 1 238,-2 1 1,0 4-124,0 1 0,-2 6 0,0 4 27,-1 3 1,-4 1-1,2 2-50,0 2 1,-2 1-1,3 1 1,1 0 30,0 0 1,1-3 0,0-1-1,1-2 18,1 0 0,1-2 0,3-3 0,1-3 17,1-2 1,-1-1 0,3-2 0,0-1-1,0-2 33,-1-3 1,1-3 0,0-2-1,0-2-96,-2-2 0,0 1 1,-2 1-1,-1 0-703,-1 0 1,1-2 0,-3 3 0,-1 1-808,0 2 1,-1 2-1,0 0 176,2 2 1,-1 0-1,2 0 1</inkml:trace>
  <inkml:trace contextRef="#ctx0" brushRef="#br0" timeOffset="7133">4453 262 8355,'-3'4'1106,"3"-2"-780,-2-4 1,2-2 0,2-2 0,2-2-234,1-2 1,3-1 0,0-1 0,0 0-105,0 3 1,0-2 0,1 3 0,-1 1 0,0 0 118,-2 1 0,-2 3 0,0 0 285,-2 1 1,1 1-160,-1-1 0,-2 4 1,0 2-591,-3 1 0,-1-1 1,1 0-582,0 1 1,-1 0 0,2 1 112,1 0 0,0 0 0,1 0 0</inkml:trace>
  <inkml:trace contextRef="#ctx0" brushRef="#br0" timeOffset="7291">4631-11 12307,'-6'3'0,"-2"0"0,1-1 0,2 2 0,2 2 0,3 0-2627,0 0 1,0-3 2296,0 1 0,2-2 0,2 0 0</inkml:trace>
  <inkml:trace contextRef="#ctx0" brushRef="#br0" timeOffset="8384">4845-17 8355,'-8'0'199,"1"0"1,-1-2 187,2 0 1,-2 0 0,0 2 1308,1 0 1,0 0-658,1 0-878,3 0 0,7 0 1,6 0-31,2 0 1,3 0 0,-1 0 0,1 1-148,2 1 0,-2-1 0,0 2-179,0 0 1,1 1 0,-2-2 0,-1 1 0,-1 0 127,-2 1 1,0-2 0,-1 1-935,0 0 1,-2-1 0,2-2 0,-1 0 0,0-1 148,2-1 0,-3-4 0,1-3 1</inkml:trace>
  <inkml:trace contextRef="#ctx0" brushRef="#br0" timeOffset="9515">5154-112 8355,'4'-3'0,"1"0"0,-2-1 0,1 1 449,0 0 0,-2-1 71,2 2 1,-2 1 0,0 3 0,-2 2 0,0 1 0,-2 1 0,-2 2 17,-2 2 0,0 2 0,0 0 0,0 1-392,1 1 0,-4 2 0,-1-1 1,-1-1-68,2 1 1,0-2 0,3-1 0,0-2-174,0-2 1,3-2-1,1 0-312,1 0 0,2-3 250,1-1 0,3-4 0,4-2 0,0-4-7,2-1 0,0-3 0,1-2 0,0 0-11,-1-1 0,1 1 1,0-2-1,-1 0 1,0 1 129,-1 1 1,-2 0 0,1 2 0,0 1 269,-2 2 1,0 2-173,-2 3 0,-1 2 1,-2 4-35,-2 2 0,0 4 0,0 2 0,-2 3 244,-2 0 0,-1 3 0,1-1 0,0-1 68,-1 1 1,2-1 0,-1 0-225,2 0 0,0-3 0,2-1 0,0-2-90,0 0 0,2-3 1,2-1-1,2-2 4,0-1 0,0-1 1,1-1-1,2-1-34,0-2 0,-1-1 0,1-3 1,1-2-244,-1 1 1,-2-2 0,1 1 0,-2-1-347,-2-1 0,1 0 0,-1 0 1,0 1-1,-1 1 0,0 2 1,-2 1-1,0 2-471,1 1 1,-1 2 0,1 2 0</inkml:trace>
  <inkml:trace contextRef="#ctx0" brushRef="#br0" timeOffset="9516">5291 233 8355,'-6'5'-616,"0"1"407,3 3 0,0-4 1,3 1 637,0-1 58,0-2 1,1-1-1,1-3 38,2 0 0,1-1 1,-1-2-1,0 0-219,1-2 1,0-2 0,2 0 0,0-1 0,1 1-204,-1 0 0,2 0 1,-1 0-1,-1 0 1,0-1 1,-2 3 0,1 0 0,-2 2-143,0 1-69,-2-1 1,0 4-1,-2-1 1,-2 3 138,0 1 0,-4 3 0,0 2 0,0-1-352,1 0 0,0-2 1,2 0-1154,-1-1 0,2-2 711,2 2 1,0-3-1,2 0 459,2-2 0,4-5 0,1-3 1</inkml:trace>
  <inkml:trace contextRef="#ctx0" brushRef="#br0" timeOffset="9517">5458 1 10029,'-6'2'0,"0"0"1117,0 2 0,2-1 1,1 2-1541,0-1 1,1-1-979,2 3 1,0 0-1,0 0 751,0 0 0,0 0 0,0 0 0</inkml:trace>
  <inkml:trace contextRef="#ctx0" brushRef="#br0" timeOffset="9985">5499 143 8355,'-6'0'3157,"3"0"-2842,0 0 1,4 0 0,1 0 0,2 0-191,1 0 1,1 0 0,0 1-1,0 0-104,0 1 0,3 0 1,0-2-379,0 0 1,2 0 0,0 0-1,1 0-471,2 0 0,0 0 1,-1-2-1,0 0-1180,1-2 1792,-3 0 1,3-4-1,-2-1 1</inkml:trace>
  <inkml:trace contextRef="#ctx0" brushRef="#br0" timeOffset="9986">5731 78 8355,'-6'6'2107,"0"0"1,0 0-1857,0 0 0,2 2 1,0 2-238,0 1 1,0 1 0,1 1-1,-2 0 89,0 1 1,1 0 0,0-2-403,2 0 0,-2-2 1,2-1-1,0-1-2824,2 0 2212,0-4 1,2 1 0,2-2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7:08.756"/>
    </inkml:context>
    <inkml:brush xml:id="br0">
      <inkml:brushProperty name="width" value="0.04536" units="cm"/>
      <inkml:brushProperty name="height" value="0.04536" units="cm"/>
    </inkml:brush>
  </inkml:definitions>
  <inkml:trace contextRef="#ctx0" brushRef="#br0">18 1 8355,'-4'0'361,"0"0"0,2 0 136,-2 0 428,3 0-705,-2 0 0,3 3 0,0 0 0,0 3-138,0 0 1,0 0 0,0 0 0,1 0-65,1-1 0,-1 1 1,2 0 92,0 0 1,2-2 0,-1 0 0,1 1-43,1 0 1,0 1 0,0 0 0,0 0 0,0 0 0,2 1 0,1 0 0,1 1 0,0 1 0,1 0 0,0 0-62,1-1 1,0 0-5,0-2 0,2 2 0,0 0-20,1-1 1,-1 1-1,1-1 1,1 2-1,-2-1 34,1 1 0,1-1 1,-1 0-1,1 1 150,0 1 1,2 1-1,2-2 1,1 1-161,2 0 1,3-1 0,1 1 0,2-2-286,1-1 0,3-1 0,0-1 151,2-1 1,1 0 0,0-1 0,-1 0 94,1 2-1,0-2 1,-1 1 0,1 1-4,0 0 0,-3-1 1,0-1-1,0 1 0,0-2 155,2 1 1,-1-1-1,0-2 1,-1 0-91,0 0 0,-2-3 0,-1-1 0,0-1-46,0-3 0,-1 0 0,1-1 0,-1 0 16,-4 0 1,2-1 0,-4 0 0,-1 1 55,1 0 1,-1-1 0,-1 1 0,-1 1-42,-1-1 0,0-1 0,-1 2 0,-1-1-51,-1 1 1,-2-2-1,-2 1 31,0 0 0,0 1 0,-1-1 0,0-1 0,-2 1 0,-1-1 3,0 1 0,-2-2 68,0 1 0,0 1 0,0-1 1,-2 2-1,-1 1 0,1 0-116,-1 1 0,-2 0 1,2 0-1,-1 0-609,0 0 1,1 0-534,-1 0 0,-2 2 308,2 0 1,-1 0 0,-1-2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7:14.487"/>
    </inkml:context>
    <inkml:brush xml:id="br0">
      <inkml:brushProperty name="width" value="0.04536" units="cm"/>
      <inkml:brushProperty name="height" value="0.04536" units="cm"/>
    </inkml:brush>
  </inkml:definitions>
  <inkml:trace contextRef="#ctx0" brushRef="#br0">2758-273 8355,'-4'-2'234,"0"0"0,2 0 1,-2 2 145,0 0 1,0 1-1,0 1 1,0 2-1,-2 2 1,1 1-1,-2 1 1,0 2 105,-1 0 0,-3 1 0,1 2 0,0 0-392,0 1 0,-1 2 0,3-2 1,-1-1 86,0 0 0,2-3 0,3-1-297,0-1 0,2 0 63,0-2 1,2-3-303,2-3 0,4-6 1,5-6-1,1-4 1,3-2 39,0-2 1,0-5 0,2 2 0,-2-1 0,-1 1 0,-1 4 0,-2 1-474,-3 5 741,-2 1 258,0 6 1,-3 4 0,-1 4-1,-4 6 1,-1 2 0,-1 3 737,0 1-836,0-2 0,1 5 1,1-1-1,1 1 57,1-1 0,0 0 0,1-2 0,0-1 1,2-1-7,0-2 1,1-1 0,2-4 0,1-1-31,1 0 0,-2-2 0,3-1 0,-1-3-99,0-4 1,2-2-1,0-5 1,1-1 19,-1-2 1,-1-1-1,-2 0 1,1 0-312,-1 2 1,0-1 0,-1-2-1,-1 1-851,-1 1 1,1 1-1,-1 4-675,-1 1 1,0 4 1464,-1 4 1,-4 7 0,2 1 0</inkml:trace>
  <inkml:trace contextRef="#ctx0" brushRef="#br0" timeOffset="392">2931-29 8355,'-4'0'700,"2"-3"1,4-1-487,0-1 0,2-1 904,0 0-196,1 0-398,-1 0 0,-2 3-137,-2 3-410,0 3 1,1 0-90,1-1 1,1-2 0,1-2 0,0-2 0,1-1 98,0-1 0,1 0 0,-1 0-923,-1-2 1,1 1-1,-3-1-1524,-1 2 1913,0 2 0,-4 2 316,-1 4 0,-1 2 0,-1 1 0</inkml:trace>
  <inkml:trace contextRef="#ctx0" brushRef="#br0" timeOffset="710">3026-196 8355,'-6'0'3471,"2"0"-3367,2 0 0,2 0-490,2 0 0,0 0 0,2 0-900,0 0 1,2 0-1,0 0 1</inkml:trace>
  <inkml:trace contextRef="#ctx0" brushRef="#br0" timeOffset="2068">3299-261 8355,'-6'0'-53,"-2"0"1,1 2-1,-1 1 1,2 0-1,2 1 970,2 2 1,4-1-666,2-1 1,1 1-1,2-3 1,1 0-284,2 0 1,2-1-1,2 1 1,1-2-1,3 0-215,-1 0 1,3 0 0,1 0-1,-1 0-771,1 0 0,1 3 0,-1 0 0</inkml:trace>
  <inkml:trace contextRef="#ctx0" brushRef="#br0" timeOffset="1218">3430-279 8355,'-3'3'158,"2"3"-171,-3-2 234,3-2 1,-3 4 0,3-3 0,-1 3 0,0 0-1,-1 2 1,-1 0 0,-1 1 143,-1 2 1,0 0 0,0-1 0,0 0-572,0 1 0,0-3 0,1 0-605,-1-1 0,2-2 0,0 0-985,2-1 1507,0-3 0,-1-1 0,0-3 0</inkml:trace>
  <inkml:trace contextRef="#ctx0" brushRef="#br0" timeOffset="2069">3668-315 8355,'3'1'376,"-1"1"0,-2 2 0,-2 1 0,-1 2 0,-1 0-211,0 1 0,0 3 0,-2-1 0,0 1 60,0 1 0,-2 0 1,-1 1-1,1 2 1,-1-1-1,0 1 0,0-2 1,2 0 136,1-1 0,0-3 0,2-1-1435,0-2 454,2 0 1,0-7 0,5-4 349,3-2 0,1-6 0,2-3 1,1-1 119,0-1 1,1 0-1,-1 0 1,1 1-1,0-1 43,-1 3 1,1 0 0,-1 4 0,-1 1 481,-1 2 0,-2 3 1,0 2-185,0 0 1,0 2 0,-1 4-28,-1 3 1,-1 2-1,-2 4 1,0 1 54,1 1 0,0 1 1,-3 3-1,0 0 54,-1 2 1,-1-1 0,2 3-1,-2-1-154,0-2 0,2 1 1,-1-5-1,2-2 0,2-3 70,2-3 0,1-2-48,1-1 0,3-5 1,1-4-1,1-5 1,3-4 58,-1-1 1,2-5-1,-2-1-157,1-1 1,-2 0-1,-3 2 1,0 2-1,-2 1-460,0 1 1,-3 4-1,-1 1 1,0 2-1167,-2 2-195,0 0 0,-1 4 1039,0 3 0,0 6 0,0 3 0</inkml:trace>
  <inkml:trace contextRef="#ctx0" brushRef="#br0" timeOffset="2538">3822 96 6962,'0'3'82,"0"0"0,1-2 1,1-1-1,1-3 420,0-1 0,3-2 0,-2-1 0,1-1-564,1-2 0,2 1 0,0-1 0,-1 0 235,0 1 1,1-2 0,-1 3 0,-1 2 295,-2 1 1,-2 1-128,2 2 0,-3 0 0,-1 5-213,-3 3 0,-3 0 0,0 4 0,1-2-476,1 0 1,-1 0 0,2 0-691,-1-1 0,2-2-250,2-1 0,0-4 1085,0-2 1,2-4-1,2-6 1</inkml:trace>
  <inkml:trace contextRef="#ctx0" brushRef="#br0" timeOffset="2539">3953-160 10107,'-5'6'-1858,"1"0"1390,2 0 0,1-2 0,1 0 0,0 0-175,0 2 643,0-3 0,0 2 0,0-2 0</inkml:trace>
  <inkml:trace contextRef="#ctx0" brushRef="#br0" timeOffset="2930">4036-41 8674,'-6'0'537,"3"0"1,0 0 0,3 2-376,0 2 0,1-1 0,1 0 0,3-1 0,1 0 0,2-1 0,-1 0-724,0-1 0,2 0 1,0 0-1,1-1-298,0-1 0,0-1 0,1-3 0</inkml:trace>
  <inkml:trace contextRef="#ctx0" brushRef="#br0" timeOffset="2931">4191-71 7751,'0'6'0,"-1"0"103,-1 0 0,1 2 0,-3 0-70,-1 2 0,0 0 1,-2 3-1,0 1 1,-1 0-324,1 1 0,3-3 1,1 0-117,1-1 0,1-4 0,-2 2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7:10.623"/>
    </inkml:context>
    <inkml:brush xml:id="br0">
      <inkml:brushProperty name="width" value="0.04536" units="cm"/>
      <inkml:brushProperty name="height" value="0.04536" units="cm"/>
    </inkml:brush>
  </inkml:definitions>
  <inkml:trace contextRef="#ctx0" brushRef="#br0">65 66 8355,'0'-6'-568,"0"0"2279,0 3-1055,-2 0 1,0 4-423,-2 1 0,3 2 0,-2 4 0,1 2 1,0 3 96,1 1 0,0 2 0,-1 0-218,0 1 0,0-1 1,2-1-1,-1 0 1,-1 0-1,0-1-7,-1 0 0,2-2 1,-3 0-1,1-1-5,0-1 1,1-1-1,-2-1 1,0 0-102,0-1 1,1-3-82,1-2 0,2-2 0,-2-3 0,2-3-102,2-3 0,-1-5 0,3-2 0,0-2-162,2-1 0,0-3 0,2-4 171,0-2 0,-1 3 1,0 1-1,0 1 78,1 2 1,2 5 0,-1 2 0,-1 2 63,1 2 1,1 3-1,-2 4 52,2 0 0,0 1 0,1 3 0,1 1 0,0 2 0,-2 2 0,0 1 0,0 2 0,0 0 0,-1 1 0,0 0 0,-3 0 0,0 0 0,-3 2 0,0-1 449,-2-1 1,-1 1-338,-2-1 0,-2 1 0,-3 0 0,-2 0-91,0-1 0,1-3 0,-2 2 0,-1-1-147,0 0 1,-3-1 0,1-3 0,1 0-13,2-2 1,2 2-1,0-2-1125,2 0 782,0-2 0,5 0 1,4 0-1,3 0 401,2 0 1,2 0-1,-2 0 1,1 1 154,-1 1 1,0 1 0,-1 3 0,0 0 103,-2 0 0,2 0 0,-5 1 1,-1 0 246,0 1 0,-1 2 0,0-2-94,0 2 0,-3-3 0,-1 1 1,0 0-1,-1 0 54,1-3 1,0 1-1283,-4-2 0,1-2 1,-1 0-1,2-2 1,2-2-135,2-4 1,2-3-1,0-3 1</inkml:trace>
  <inkml:trace contextRef="#ctx0" brushRef="#br0" timeOffset="533">475 238 8355,'-3'4'-138,"0"-2"0,1-2 0,-1 0 495,-1-2 0,2-2 0,2-2 0,0 0-152,0 0 1,-2-2 0,-1 1 0,0 0-38,-2 2 1,0 0 0,-2 2 110,-1-1 0,1 0 0,-3 2 0,0 0 161,1 2 1,-2 0-1,1 2 1,-1 2-269,-1 2 1,2 2-1,0 0 1,0 1-78,1 2 0,-2-2 0,3 1 0,1 1 0,0-1-62,1 0 0,2 1 0,1-1 0,0-1-246,2-1 1,0-1 0,2-2-1,1-1-249,2-2 1,4-2 0,2-1 0,1-3-65,1-4 0,3-5 1,2-3-1,1-1 227,-1-1 1,-1 3-1,-1 1 1,-3 2-37,-1 0 1,-4 4 966,1 2 1,-2 5-92,-2 1 0,-2 3 0,-4 5 0,-1 2-186,-1-1 1,-1 2 0,1-1 0,-1 1 0,0 0-233,1-1 1,-2 1 0,3-3 0,0 1-465,1 0 0,1-1 0,1-2-368,0-1 0,1-1 1,1-3-1,2-2 1,2-1-712,2-2 0,-1-1 1226,3-3 0,0-3 0,2 2 1</inkml:trace>
  <inkml:trace contextRef="#ctx0" brushRef="#br0" timeOffset="923">648 220 8115,'3'-2'0,"-2"-2"0,-2 1 533,-3 1 0,1 0 0,-1 0 1,-1 0 264,0 2-736,-1-3 0,-2 2 0,0-1 0,1 2 0,0 0 0,-1 0 0,0 2 118,-1 2 1,1 2 0,0 0-1,0 1 1,0 1-98,1 0 1,0 0-1,1 0 1,1-1-124,1 0 0,1-1 0,3 0-351,0 0 1,3-3 0,3-1 255,1-1 1,3-1 0,-1 0 0,-1-1-8,1-1 0,1 1 0,-2-1 0,-1 2 123,-1 0 0,-2 2 0,0 2 0,-2 2 455,0 0 0,-2 0 0,0 1-150,-2 1 1,-2 2 0,-2-1 0,0-1-374,0 1 0,1-1 0,-1-2 0,0 0-347,0 0 1,0-2 0,0-1-856,0 0 1,3-4 602,1-3 1,4-1 0,1-1 0</inkml:trace>
  <inkml:trace contextRef="#ctx0" brushRef="#br0" timeOffset="2661">695 244 9039,'0'4'452,"0"0"1,2-2 0,0 2 0,0 0-354,1-1 0,-2 2 0,3-2 0,1-1 1,0 1 1,2-1 0,0-2 0,2 0-158,0 0 1,1-3 0,2-1 0,0-1-95,-1-1 1,1-2 0,-2-1 0,-1 1 40,0-1 1,-1-1 0,-3 2 0,0 1 192,-1 1 1,-3 0-1,-1 0 1,-4 0 0,-3 2-1,-1 1 1,0 0 0,0 2-1,-2 0 555,-2 1 0,1 5-450,1 0 1,-3 5 0,1 0 172,0 2 0,-1 2 0,1 2 0,1 0-232,1 0 0,-1 3 1,4-3-1,0 1-255,2 0 0,3-1 0,2-2 0,0-2-389,0-3 1,3-2 0,3-3 0,4-2-403,3-1 1,2-7 0,3-2 0,1-5-1344,0-5 2079,2 0 1,1-8 0,-2 2 0</inkml:trace>
  <inkml:trace contextRef="#ctx0" brushRef="#br0" timeOffset="2662">1064-11 8355,'-6'6'456,"0"1"-190,0 1 1,0 5 0,0-1-1,-2 2 347,0 1 0,-2 2 0,3 0-237,-1 2 1,0 3-1,0-1 1,0-1-1,2 1-150,0-2 1,1-1-1,1 0-529,2 0 0,-1-3 1,1-2-1,1-1 1,0-3-136,1-1 1,3-2-3262,1-4 3085,1-2 0,4-5 0,0-2 0</inkml:trace>
  <inkml:trace contextRef="#ctx0" brushRef="#br0" timeOffset="2663">1094 197 8355,'3'0'1191,"0"2"1,-3 2-1057,0 2 1,-2-1-1,-1 1-213,0 0 1,1 1-1,-2 0 1,1 2-1,0 0 60,-2 2 0,2 0 0,-1 1 243,-1 0 1,1 0-1,-1-1 1,2-1-1,0-2-1285,2-2 0,1-3 0,2-2 76,2-4 1,1-4 746,1-5 0,0-2 0,0-1 0</inkml:trace>
  <inkml:trace contextRef="#ctx0" brushRef="#br0" timeOffset="2664">1201-11 8355,'-6'6'-382,"2"-1"0,0 1 1,1 0 12,0 0 0,-1 3 0,-2 0 0</inkml:trace>
  <inkml:trace contextRef="#ctx0" brushRef="#br0" timeOffset="2665">1230 197 8355,'-3'2'1972,"-2"0"-1688,3 2 1,0 0 0,2 1-264,-2 1 0,1 0 1,-1 0-1,1 1 317,-1 1 0,-1-1 1,-1 3-1,0 1-42,-1 0 1,0 0 0,1 0 0,1-2-225,0-1 0,-1 2 0,2-2-634,1 0 223,0-5 0,4-3 1,1-4-1,1-3 124,1-1 0,2-3 0,2 1 0,0-2 0,-1 0 80,-1 1 0,1 3 0,-2 0 0,1 2 353,-1 2 1,-1 0 0,-1 3 86,-1-1 1,-1 1 0,2 3 0,-2 2 0,0 1-50,-2 1 0,0 3 0,-1 0 0,-1 2-235,-1-1 1,1 1-1,-2-2 1,-1 1 2,1-2 1,0 0-1,-2-1-2764,1-1 1472,3 0 1,-1-7 0,4 0 871,2-5 1,4-3-1,1-1 1</inkml:trace>
  <inkml:trace contextRef="#ctx0" brushRef="#br0" timeOffset="2666">1415 274 8647,'0'6'97,"0"0"-368,0 0 0,2-2 0,2-1 338,2 0 0,1-1 1,2-2 124,0 0 0,1-1 0,3 0 0,0-2 0,1-1 1,0-2-1,0-1 0,-1-1 0,1 0 0,-2-1 1,0 0-1,-1-1 0,-1 1 0,-2 0-674,-1 1 397,-4 1 0,0-1 143,-3 2 1,-3 0 0,-2 0 0,-2 0 174,-3 3 1,-3-2 0,-1 4 0,-2 1 34,-3 4 0,1 3 0,-1 3 0,1 2 170,2 0 1,1-1 0,3 1 0,1 0-245,1 0 1,4 0 0,2 0-261,2 0 1,0-1-1,4 0 1,3-3-561,2-1 0,5-3 0,5-4 1,2 0-1,3 0-781,1-2 0,3-7 0,1-3 1</inkml:trace>
  <inkml:trace contextRef="#ctx0" brushRef="#br0" timeOffset="3079">1759 173 8355,'-3'0'2429,"2"2"-2655,5 2 1,2 1 0,6-1-3,0-2 1,3 1 0,3-1 0,1-1-253,2 0 1,2 1 0,3 0-28,1 2 0,3-3 0,-1 2 1</inkml:trace>
  <inkml:trace contextRef="#ctx0" brushRef="#br0" timeOffset="3078">1771 102 9981,'6'2'-950,"0"-1"1,1 3 748,1-2 1,1 2 0,3-2 0,0 0 0,0 0-1,0 0 1,-1 0 0,1 0 0,-2 0 63,0 0 1,0-2-1,2 0 1</inkml:trace>
  <inkml:trace contextRef="#ctx0" brushRef="#br0" timeOffset="7717">3370 262 8355,'-6'-6'237,"1"0"1,1 3 0,0 0-283,2 1 212,0 1 0,2-2 1,0 1-1,2 0 0,2 1 349,2 0 0,2-1 1,3 0-1,2 1-74,3 0 0,1 3 1,1 1-1,2 0-194,2 2 1,-1 2-1,0 1 1,0 0-32,-2 1 0,-1-2 0,-2 2 0,-3 0-177,-3-2 0,-1 0 0,-4-1 0,-1-1 21,-2 1 0,-1 0 0,-2 0 0,-3 0-67,-2-2 1,-4 1 0,0-1 8,-1 1 0,-3 1 0,1-1 0,0 0 68,2-1 0,1 0 0,2 1 0,1 0 0,3-1-53,2 0 0,1 2 0,2 0 0,3 0-217,4-1 1,4 1 0,3-2-1,4 0-33,1-2 0,5 0 0,6-2 0,2-3-2000,2-3 1,8-3-1,-4-2 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7:17.877"/>
    </inkml:context>
    <inkml:brush xml:id="br0">
      <inkml:brushProperty name="width" value="0.04536" units="cm"/>
      <inkml:brushProperty name="height" value="0.04536" units="cm"/>
    </inkml:brush>
  </inkml:definitions>
  <inkml:trace contextRef="#ctx0" brushRef="#br0">3 72 8355,'-3'-6'332,"5"3"-228,-4 0 121,10 3 0,-1 0 0,6-2 0,2 0 0,5 1 0,2 0 1,5 1-1,3 0 692,4 0 0,6 0 1,3 1-676,6 1 1,1-1 0,10 3-1,3-1-164,5 0 1,3 0-1,6 2 1,1-1-181,-1 1 0,2-1 0,-3 0 0,-3-2-37,-2-1 1,-8-1 0,-3 0 0,-3-1 0,-4-3 23,-4-2 1,-3-3-1,-12 0 1,-5 1-103,-6-1 1,-5-1-1,-5 2-592,-5 1 0,-4 1-459,-4 0 1,-8 0 0,-2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08:17.943"/>
    </inkml:context>
    <inkml:brush xml:id="br0">
      <inkml:brushProperty name="width" value="0.04536" units="cm"/>
      <inkml:brushProperty name="height" value="0.04536" units="cm"/>
    </inkml:brush>
    <inkml:brush xml:id="br1">
      <inkml:brushProperty name="width" value="0.04536" units="cm"/>
      <inkml:brushProperty name="height" value="0.04536" units="cm"/>
      <inkml:brushProperty name="color" value="#1F80FE"/>
    </inkml:brush>
  </inkml:definitions>
  <inkml:trace contextRef="#ctx0" brushRef="#br0">-776 164 8355,'-2'-4'381,"-1"3"0,-3 2 1,0 3-1,1 1 0,-1 1 1,-1 1-1,-1 1 67,1-1 0,-1 1 0,0 0 0,-1 0-147,-1 0 0,2 2 0,0-3-313,0 0 1,4-1 0,-2 0-193,1-1 1,2-2 0,0 0-32,0-1 1,1-2 0,2 0 0,1-3-206,1-4 1,2-2 0,3-3 0,1 0 340,0-1 0,2 0 0,0 1 0,1 2 0,0 0 312,1 0 0,0 5 0,0 0 171,1 2 0,-1 1 0,2 2 0,-1 2 52,0 1 0,0 4 0,-2 6 0,-2 1-291,-2 2 1,0 0 0,-2 3-1,0-1 1,0 0-362,-2 1 1,-1-1-226,0-3 1,0-2 0,1-2-1,-1-2 1,1 0-1102,-2-1 1,2-2-1,0 2 1</inkml:trace>
  <inkml:trace contextRef="#ctx0" brushRef="#br0">-736 186 8036,'0'-6'0,"0"1"0,0-1 1133,0 1 0,0 1-564,0 0 1,0 5 0,0 2 0,0 3 0,-1 3-1,-1 1 1,-1 0-220,0 2 1,-4 5 0,1 1 0,0 1 19,0 2 0,-2 4-222,1 1 1,-3 5 0,1 2 0,-2 1 0,0 3-76,0 1 1,2 2 0,1-2 0,2-1-1,1-2-138,1 0 0,2-3 0,2-2 0,0-4-221,2-1 0,1-5 0,3-1 1,0-2-416,2-2 0,-1-2 1,1-4-291,1-1 0,1-2 1,-1-3-1,1-1-95,2-1 0,-1-4 0,0 0 1</inkml:trace>
  <inkml:trace contextRef="#ctx0" brushRef="#br1" timeOffset="2182">-1079 1153 6854,'-3'3'1246,"3"-1"1,-3-4 0,4-2-1,0-1-1082,1-3 1,2 1 0,-2-2-16,-1-1 1,-1 1 0,0 0 0,0 1 19,0 1 1,0 1-1,-3 1 1,-2 1-77,-2 0 0,-3 3 0,1 0 0,-2 2 26,-2 3 0,1 2 0,-2 3 0,2-1-35,0 2 1,0 1 0,3 2 0,-2 0 73,0 0 0,1 1 1,2 1-1,-1 1 1,3 1 70,-1 0 1,4 0 0,1 0-123,2-1 1,0-1 0,0-1 0,3-1-196,2-3 1,4-3-1,2-1 1,1-4-107,1-1 0,1-5 0,4-3 0,-1-4-150,0-3 0,0-1 0,-3-1 0,-2 1-52,0 2 1,-5 2-1,-2 1 0,-2 3-1578,-2 1 1,0 0 1237,-1 0 0,-3 1 0,0-1 0</inkml:trace>
  <inkml:trace contextRef="#ctx0" brushRef="#br1" timeOffset="2577">-989 1192 9803,'-3'3'502,"1"0"0,1 2 1,1 1-1,0 0 0,0 2 1,0 1-177,0 2 0,0 0 0,0 0 0,1-1-269,1-1 1,-2 0 0,2 0 0,-1-1-620,1-2 429,-1-1 1,1-2 0,-2-4 126,0-4 1,2-3 0,0-3 0,0-1-88,1-1 0,-3-1 0,3-3 0,-1 2 47,2 2 0,-1 1 1,1 2-1,-1 0 69,1 3 0,1 1 1,-2 2-1,2 1 106,1 0 0,0 1 0,-1 3-261,1 1 0,-1-1 0,-1 3 0,-1 0-373,0 1 0,1 0 1,-1 0-1,1-2-997,0 2 623,0-3 1,1 3-1,1-2 1</inkml:trace>
  <inkml:trace contextRef="#ctx0" brushRef="#br1" timeOffset="2983">-719 1046 10166,'-2'4'0,"-1"0"0,1 1 0,-1 1 0,0 4 0,0 1 779,0 2 0,2 1 0,-1 3 0,1 0-739,1-2 0,0 0 0,0-1 1,1 0-282,1-1 0,0-1 0,2-3 0,0 0-216,1 0 1,-2-1 0,0-4-352,-1 0 645,3-3 0,-5-1 0,2-4 0,-1-1 148,-1-3 0,-1 1 1,0-1-1,-2-1 296,0 3 1,0-1-1,-3 2 1,0-1 317,-2 0 1,1 1-1,-1 1 1,-1 1-1,1 0-183,0 2 1,-2 1 0,3 2-1,-1 2-248,0 1 1,2 0 0,-1 2-87,3 0 0,-1 0 1,3 2-1,-1 0-183,1-1 0,0-1 0,2 1 0,0 0-418,0-1 0,2 0 0,2-3 1,2 0-1,1-2-2296,0-1 1383,3 0 1,1-2 979,2-1 1,2-1 0,0-2 0</inkml:trace>
  <inkml:trace contextRef="#ctx0" brushRef="#br1" timeOffset="3846">-624 1175 8355,'-4'0'1267,"1"0"0,1 1-658,0 1 1,2-1 0,0 3-1,0 0-486,2-1 0,1 2 0,3-2 0,0 1-93,2-1 1,-1 0 0,2 1-1,1-2-160,1-1 1,0-2 0,0 0 0,0-2-74,-2 0 0,0-1 0,-2-1 0,0-1 0,0 1 0,-3-1 0,-2 1 0,0 1 0,0 0 1,-1 0-1,-2 0 0,-2 1 530,-2 1 1,1-2 0,-4 2 0,0 1 85,1 0 1,-3 1 0,0-2 0,0 0-97,-2 1 1,3 2 0,0 2 0,0 1 0,1 1-116,0 2 0,1 1 1,1 0-203,0 1 0,3 2 1,0 0-1,0 0-330,2 1 1,0-3 0,1 0 0,1 1-954,1-2 0,3 2 1,3-2-1,1-1-1320,1-1 2261,0-3 0,4 2 0,0-2 1</inkml:trace>
  <inkml:trace contextRef="#ctx0" brushRef="#br1" timeOffset="3847">-393 1130 8355,'-3'-3'-217,"2"1"610,-3 2 0,2 0 0,-1 2 0,0 2 386,0 1 0,1 2 1,-1 2-1,0 1 1,0 2-114,1 0 0,-2 2-695,2-1 0,0 0 1,2-2-1,0 0 1,0-2-1,0-1 1,1-3-205,1-1 0,-1-2 1,2-2 53,0-2 1,0-2 0,0-3-1,0-3 1,1 0-21,-1-1 1,2-3-1,-1 1 123,1-2 0,0 1 0,1-1 1,-1 2-1,1 2 137,0 1 1,0 2 0,1 2 0,0 1 0,0 2 419,-1 1 1,0 2-1,0 2-316,2 1 1,-2 2-1,1 1-329,0 0 1,-1-1 0,1 1 0,0 0-1276,0-1 1,1-1 0,0-1 507,-1 0 1,1-2 0,1-1 0</inkml:trace>
  <inkml:trace contextRef="#ctx0" brushRef="#br1" timeOffset="4889">-1141 1546 11426,'2'6'368,"0"0"0,0-2 0,-2 1 0,0 1 0,1 1 0,1 2 0,0 1 0,0 3-245,0 2 1,0-3 0,0 2 0,0-1 0,-1 1 0,1-1-249,0-1 0,0 0 0,-1-5 0,0 0-259,1-1 359,0-2 0,-3-5 0,0-5 0,-2-3-177,0-4 1,1-1 64,-1-3 1,1-2 0,0-1-1,2-1 1,0 1 0,0-1-424,0 1 0,0 1 499,0 2 0,0 3 0,2 2 0,2 3 60,1 1 0,1 1 0,1 3 0,1 2 0,1 2 0,0 0-137,0 0 0,2 2 463,-2 2 1,0 1 0,0 0 0,-1 2 0,-1 0 0,-2 0 0,-1 1 0,-1-1-1,-2 1 1,1 1 0,-2 1 0,-3 1 581,-2 0 1,0 0-1266,-4 0 1,-1 2 100,-1 0 1,0 0-1,0-3-188,2-1 1,-1-4 0,2 0-1,2-2-794,-1-1 1,2-2-1,2-2 1,1-3-1183,4-1 2267,-2-3 0,8-5 0,-2 0 1</inkml:trace>
  <inkml:trace contextRef="#ctx0" brushRef="#br1" timeOffset="5254">-922 1642 9056,'-2'5'0,"0"1"0,1 0 619,1-1 1,0 2 0,0-1 0,0 3-286,0-1 0,0-1 0,0 1 0,0-2 0,0 0 0,0-1 35,2 1 1,-1-4-404,1-2 0,-2-3 1,0-4-1,0-3-145,0 0 1,0-3-1,0-1 1,0 0-1,0 0-168,0-1 1,2 3 0,1-1 194,0 1 0,-1 3 0,1 2 220,2 0 0,0 2 0,0 2 80,1 1 0,0 1 1,0 1-1,1 0 1,0 0 0,1 3 1,-3 0-1,1 2-348,0 1 1,-1 0 0,-1-1 0,-1 1 0,0-1-904,0 1 1,-1-2-1,1 0 322,0 0 0,-1-2 0,-2 1 1</inkml:trace>
  <inkml:trace contextRef="#ctx0" brushRef="#br1" timeOffset="6554">-804 1619 8355,'-3'0'2371,"1"0"-2042,2-2 1,0 1 0,0-3 0,0-1 0,0 0-21,0 0-289,0-1 0,0 1 0,-1-1 0,0 0 1,-2 1-1,1-1 206,-1 1 0,-1 1 0,1 2-100,0-1 1,-2 3 0,1-2-1,-1 1 13,-1 1 0,0 2 1,-1 1-1,0 0 7,0 4 1,1-2 0,0 3 0,0-1-39,1 0 0,-1 0 1,0 2-1,1-1 0,1 1 1,1 2-1,0 1 0,0 1 219,1 2 1,0-2-306,2 2 1,0-2 0,0 1-69,0-2 1,0 0 0,1-5 0,0 0-215,3-1 1,1-3-1,1-1 1,-1-1-72,1-1 1,2-3 0,2-3 0,0-3 56,-1-4 0,2 1 0,-3-3 71,1-1 0,1 0 1,-2 1-1,-2 0 133,1 2 1,-4 0 0,0 3 0,1 2 0,-2 1 272,1 2 1168,-2 1-1227,-1 1 1,0 3 0,0 3 0,0 3-8,0 2 0,0-2 1,0 4-1,-1-1-51,-1 0 1,0 2 0,2-2-1,0 1 1,0 0-163,0-1 0,0-2-372,0 1 1,0-2-1,0 0 147,2-1 0,1-2-2900,3-1 2124,0-1 1,2-6-1,1-1 1</inkml:trace>
  <inkml:trace contextRef="#ctx0" brushRef="#br1" timeOffset="6996">-680 1569 8355,'-4'0'3003,"1"0"-2418,1 2 0,0 1 1,2 3-1,0 0-396,0 2 1,0-2 0,0 2 0,0 0-104,0 2 1,0 0-1,0 0 1,0-2-114,0 0 0,0 0 0,0-2-244,0-1 0,2 1-210,-1-1 1,2-2 258,-1-3 1,-2-5 0,3-4-13,-1-2 1,0-2-1,1-1 1,2 0-1,0-2 136,0 0 1,0 2 0,0 0 0,-1 3 258,0 2 1,1 1-1,0 2 1,-1 1 222,0 1 1,-2 2 0,2 2-215,0 0 1,0 0 0,1 2-1,-2 2 1,0 1-113,0 1 1,0-1-555,1 1 0,0 0 0,-1-1 0,0 0-743,1-1 1,-1-1-1,1-2 655,1 1 0,0 0 0,0-2 1</inkml:trace>
  <inkml:trace contextRef="#ctx0" brushRef="#br1" timeOffset="7506">-416 1608 7830,'3'-2'36,"2"-3"0,-4-3 0,1 1 198,1 1 1,-3-1-1,2-1 1,-1 1 53,-1 1 1,-1 0 0,-1 1 0,-1 0 103,-2 1 1,-1 0 0,0 1 0,0 1 274,-1-1 0,0 1 0,-1 3-459,0 1 0,2 1 0,-1 4 1,0 1-24,-1 1 0,2-1 1,-2 1-1,2 1-65,1 1 0,1 0 1,0 2-1,0 0-200,1 0 0,1-2 0,2-1 0,0-1-192,0-1 1,0-1 0,2-4 0,2-1-299,1-1 0,2-2 0,2-1 1,-1-4-219,2-3 1,-1-1 0,0-2 0,1 0 524,-2 1 0,1-1 1,-4 4-1,1 1 614,-1 1 329,-1 3 1,-2 1 0,-2 4-286,0 2 0,0 1 0,0 2 0,0 1-63,0-1 0,0-1 0,0 0 0,0-1-422,0 1 1,0-1-1027,0 1 1,1-3 0,1-1-1,1-1 441,2-1 0,1-5 0,0-2 0</inkml:trace>
  <inkml:trace contextRef="#ctx0" brushRef="#br1" timeOffset="9668">-292 1524 8355,'-1'-3'467,"-1"1"-107,2 1 1,-4 2-1,3 1 117,-1 1 1,0 3-1,2 2 1,0 0-53,0 1 1,0 4 0,-1-2 0,-1 2-262,1 1 0,0 1 1,0-1-1,0 0-89,-1-1 1,0 0-1,2-3 1,0-1-195,0-1 1,0-3-104,0-1 0,0-3 0,0-2-135,0-4 1,3-1 0,0-4 0,1-1 0,-1-2 76,2 1 1,0-2-1,0 0 110,1 0 0,0 1 0,-1 0 0,1 2 0,-1 1 370,1 1 1,0 2 0,-1 1 495,1 2 0,0 3-293,-1-1 0,0 4 0,-1 1 0,-2 2-225,-2 1 1,0 0 0,0 1-1,0 1-63,0 1 0,0 0 1,0 1-102,0-1 1,0-2-1,-1 2 1,-2 0-248,0 0 1,1-2-602,-2 0 0,4-4 450,0-3 0,2-5 1,4-4-6,-1-2 0,1 2 0,0 0 0,-1 0 1,1 1 339,0 0 0,-1 1 0,1 3 0,-1 1 519,1 0 0,0 1 0,-1 2 123,1 0 0,0 1 0,-2 1-171,0 2 1,1 1 0,-4 0-377,1 1 1,0 2-1,0 1 1,-1 0-1,0 0 1,-1-1-1,0-1 1,0 1-1,0-1-1209,0 0 0,0-2-197,0-2 0,1-2 0,0-2 825,3-4 1,4-3 0,0-3 0</inkml:trace>
  <inkml:trace contextRef="#ctx0" brushRef="#br1" timeOffset="9669">-22 1524 8355,'-9'5'572,"3"1"1,-1 0 0,3-1 0,1 0-96,1-1 0,1 1-554,-1-1 1,4 1-1,2 0 324,1 1 1,1-3 0,1 0-1,1-1-194,1-1 0,1 1 1,3-2-1,0-2 0,-1 0-336,0-1 1,-1-2-1,0-1 209,1-2 0,-3 0 0,0 1 0,-1 0-95,-1 0 0,-1-1 1,-1 0 111,-1 1 1,-2 1-1,-2 0 1,0 1 358,0-1 0,-2 2 0,-2 1 0,-1 1 10,-1 0 0,-2 2 1,0 0-1,-2 0 1,1 0-108,1 2 0,-1 1 1,1 4-1,2 0-194,-1 0 1,2 1 0,1-1 0,1 1-55,0 1 0,2 0 0,1 2 0,0-1-253,0-1 0,0-1 1,1 0-1,3 1-449,0-3 1,1-2 0,5-2 0,0-2 0,2-2-151,1-2 1,6-6-1,-2-1 1</inkml:trace>
  <inkml:trace contextRef="#ctx0" brushRef="#br1" timeOffset="9671">135 1439 8355,'-6'3'1460,"1"-2"1,2 3-1542,1 0 0,4-1 1,4-1 564,3-2 0,1 0 0,1 0 1,1 0-1,0 0-394,1 0 1,-2 2 0,3 0 0,-3-1-741,1 0 0,1 0 0,0 0 1,-1 1-791,0-1 0,0 0 788,-1-1 1,0 2 0,0 1 0</inkml:trace>
  <inkml:trace contextRef="#ctx0" brushRef="#br1" timeOffset="9670">281 1361 8355,'-4'0'0,"1"0"0,-1 5 856,-2-1 1,2 4-1,1 0 1,-2 4-447,0 2 0,0 2 0,-1 1 1,0 1-1,1 0 0,0 3-78,1 1 0,2-2-458,2 1 1,0-5 0,0-1 0,0-4 0,1-1 0,2-3 0,0-1-295,1-2 0,1-2 0,1-2 0,0-2-784,-1-2 1,-1-4-1,0-3 1,0-2 752,-1-1 1,2-1-1,-2-2 1</inkml:trace>
  <inkml:trace contextRef="#ctx0" brushRef="#br1" timeOffset="9672">326 1563 8355,'-3'0'2380,"5"0"-1587,3 0 1,2 0-1,-1 1 1,0 0-1,1 2-466,0 0 0,2-2 0,-3 1 0,3-2-457,-1 0 1,2 0 0,1-3 0,0-2-206,-2-2 1,1-2-1,-2 1 5,1-1 1,-2 2 0,0-2 0,-2 0-33,-2 0 1,0 3-1,1-2 1,-2 2-42,-1 0 0,-6 2 1,0 1 1041,-2 1 1,-1 0-1,-2 3 1,0 0 0,-2 3-70,1 1 1,2 3-1,-1 2 1,0 0-56,0 2 0,1-1 1,2 0-1,0 0-365,2 1 1,0-1 0,1 0 0,2 0-351,2 0 1,0-1 0,0-1 0,0-1-786,2-1 1,3-3 0,3-1 301,1 0 1,1-2 0,3-3 0,2-2-513,1-3 1,-1 0 0,0-3 477,1 0 1,0-3-1,1-1 1</inkml:trace>
  <inkml:trace contextRef="#ctx0" brushRef="#br1" timeOffset="9673">573 1484 10180,'-5'1'0,"1"0"0,1 2 1148,0 0 1,1 1 0,2 2-803,0 1 1,0 0-94,0 3 1,0-1 0,0 2-1,0 1-103,0-1 1,0-2 0,0 0 0,0-1-1,0-1 105,0-1-625,3-3 0,-2-1 1,1-4-1,1-4 61,0-3 0,3-4 0,1-4 0,2-3-42,0 0 1,3 0-1,-2 2 1,0-2 272,0 0 0,0 3 1,0 4-1,-3 1 241,0 3 0,-2 2 0,1 3 323,-1 2 1,0 4 0,-1 2-427,-2 3 1,-1 2 0,0 2-1,1 0 1,0-1 68,-2-1 1,0 0-1,1 0-1688,1-1-256,-2-2 0,5-1 0,-2 1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1:40.747"/>
    </inkml:context>
    <inkml:brush xml:id="br0">
      <inkml:brushProperty name="width" value="0.04536" units="cm"/>
      <inkml:brushProperty name="height" value="0.04536" units="cm"/>
      <inkml:brushProperty name="color" value="#1F80FE"/>
    </inkml:brush>
  </inkml:definitions>
  <inkml:trace contextRef="#ctx0" brushRef="#br0">392 123 8355,'-1'8'-61,"-2"-1"1,0 2 1084,0 1-375,2-4 0,2 1-202,3-7 1,1-2-1,2-11 1,-2 0-223,0-2 1,-4 0 0,3 3 0,-3-2-65,-1-1 1,0 0 0,-1 4-1,-3 0-54,-3 0 1,-3 3 0,-1 2 0,-2 1-61,-2 2 1,-2 2 0,-4 4 0,0 3-69,-1 5 1,2 9-1,-6 2 1,2 7 99,2 3 0,-1 5 1,1 2 17,0 1 1,0 3 0,3 3-1,1-2-69,2-1 0,1-4 0,5-2 0,3-4 0,3-4-39,3-7 0,2-1 0,3-7-115,3-4 1,8-4-1,4-8 1,3-6-1,5-9 20,7-10 1,-1-4 0,5-10 0,-5-2 0,-3 0-155,-4-2 1,-2 2 0,-3 3 101,-3 6 1,-5 2 0,-7 7 0,-1 4-838,-2 5 0,-2 4-823,-1 0 1,-5 7 1504,-3 5 1,-2 10-1,-1 8 1</inkml:trace>
  <inkml:trace contextRef="#ctx0" brushRef="#br0" timeOffset="403">504 324 10071,'0'13'497,"0"2"0,0 3 0,0 3 0,0 2-399,0-1 1,0 2-1,0 1 1,0 1 0,0-1 136,0-2 1,0-4-241,0-1 0,1-5 1,2-1-72,0-3 0,1-8 0,-3-2-2,3-9 1,-2-4 0,5-7-1,-1-4-32,0-2 1,-2 0 0,3-6 0,2 0 5,1 2 1,1 1-1,0 5 95,0-1 1,-1 5 0,-1 6 0,-1 4-1,0 2 236,2 2 0,1 6-89,0 1 1,-1 4 0,-1 8 0,-3 0-1,-1 2-55,-2 1 1,-2 3-1,-1-2 1,1 1 0,2-1-1,0-3-1475,0 0 0,-2-6-1849,-1 1 2848,5-6 1,1-2-1,6-6 1</inkml:trace>
  <inkml:trace contextRef="#ctx0" brushRef="#br0" timeOffset="1621">962 67 8750,'5'11'180,"-4"-2"1,3 1-1,-3 2 233,-1 1 0,0 4 1,-1 3-1,-1 4 0,-2 4 1,1 3-1,1 4 1,-1 1-1,0 0-303,0-2 0,2 2 0,2-8-434,3 1 1,-3-3-1,4-7 1,-1-4 168,0-3 1,1-2 0,-2-3 0,4-4 0,-1-6 0,-3-4 0,-1-3 0,-2-2 0,0-2 0,0-2 10,0-2 1,0 1 0,-2-3 0,-1 3 443,-5 1 1,2-3 0,-1 4 0,-2 3-66,-1 3 1,-2 0-1,-2 5 1,-1 2 314,1 1 0,1 7 0,-1 4 1,-1 5-220,1 2 0,2 2 0,1 3-250,0 1 1,3-1-1,1-1 1,-1-1-1,2-3-220,2-1 0,3-1 1,1-3-452,0-1 1,5-5 0,3-2 0,1-3-230,3-1 1,3 0 0,2-1 0,3-3-157,3-4 0,2-6 0,-2-4 1</inkml:trace>
  <inkml:trace contextRef="#ctx0" brushRef="#br0" timeOffset="1622">1175 324 8183,'-7'7'-172,"-3"-1"1165,3-2-711,-3 2 0,0 1 0,3 1 0,3 0 0,3 2-154,1 1 0,0-3 1,0-1-1,1 2 1,3 0-1,3-1 0,3-1 1,1-2-233,0-3 1,4-1 0,1-1 0,1 0 114,-1 0 1,2-1-1,-1-3-154,0-3 1,-3-7 0,0-1 157,-1 2 1,-2-3 0,0 1 0,-1 1 0,-2 2-1,-5 0 133,-1 1 0,-2 0 38,0 0 1,-5 5 0,-3 1 0,-2 1 0,-1 0 434,0 2 0,-4 0-427,0 2 0,-4 5 0,3 3 0,0 2 0,-1 2 0,1 3-60,-1 4 0,3 2 0,2 3 1,1 0-92,0 2 1,1 2 0,1-3 0,3 2-658,1 2 1,3-8 0,4 0-1,3-4 1,1-3-653,3-2 0,2-6 1,4-2-496,4-3 1581,2-6 1,1-6-1,1-6 1</inkml:trace>
  <inkml:trace contextRef="#ctx0" brushRef="#br0" timeOffset="1623">1510 257 9386,'-7'11'0,"0"1"842,2-1 1,2 5 0,1 3 0,0 3-627,-2 4 0,0-1 0,4 5 0,0 1-248,0 1 1,0-2 0,0-3 0,0-2 164,0-4 1,0-6 0,2-1-440,1-6 0,0 1 0,3-6 0,0-6 85,1-7 1,-4-6 0,5-6 197,0-1 0,2-4 0,2-3 0,-1-2 73,0-2 0,0 1 0,1 1 1,2 2 38,1 4 1,-1 7 0,-6 4 0,0 4 247,1 3 1,-3 0 0,1 4 0,1 3-178,-2 3 0,4 2 0,-4 6 1,1 2-343,1 1 1,-4 0 0,2 1 0,0 2 53,0 2-1844,-3-5 1,12 8 0,-3-3 0</inkml:trace>
  <inkml:trace contextRef="#ctx0" brushRef="#br0" timeOffset="2249">2695 123 8064,'-7'0'276,"-1"0"1,4 0 259,-3 0 1,3 1-1,-3 3 1,-1 4-1,1 2 1,1 2-1,1 3-76,2 3 1,-2 4 0,1 1-399,2 3 1,1 3 0,-1 4-1,0 1 1,-2-1 9,2 1 1,1 0 0,1-1-1,0-1-101,0-2 0,-4-6 0,0-7 0,2-1 0,0-2-25,2-2 52,0-5 1,0-4-1,0-8-20,0-6 1,0-6 0,2-9 0,0-5-47,2-5 1,3-4 0,-2-6 0,1-3-113,3-3 0,1-2 0,1-1 0,0 3 127,1 3 1,-5 8-1,1 5 1,0 7 0,1 6-1,0 7 1,-2 5 0,2 2-1,1 3 160,1 1 1,4 3 0,1 5 6,1 5 1,-3 5 0,2 4 65,0 0 0,-5 2 1,2 2-1,-6-1 1,0-3-26,-1-1 0,-4 3 0,2-4 1,-3-2-66,-1 0 1,-1-2 0,-3 0-1,-4 0-374,-6 0 0,0 1 1,-4-1-1,-1 0-570,2 0 0,-3-5 0,5-2 0,1-3-2526,2-1 3006,1 0 1,-1-5-1,1-1 1</inkml:trace>
  <inkml:trace contextRef="#ctx0" brushRef="#br0" timeOffset="2893">3075 481 8227,'6'-5'428,"-1"2"0,-3-4 1,0-2-165,2-1 0,-1-1 1,-3 0-1,0 0 1,0 0-1,0-1 1,-1 3 377,-3 1 1,-2-1 0,-6 4 0,-2 0-375,-1 0 0,-5 2 0,3 4 0,-2 1-38,1 2 0,3 5 0,-3 0 0,1 3-102,0 3 0,3 1 0,-1-2 0,3 2-74,1 1 1,-1 2-1,2 3 1,3 1-221,3-1 0,3-1 0,1-1 0,0-3 1,0-1-115,0-2 1,6-1 0,4-3 0,5-3-1,4-5-1362,4-4 1,0-5 1194,3-8 1,2-8-1,1-7 232,-1-2 0,0-1 0,-6-1 0,-1 2 0,-2 2 362,-4 4 1,-4 4-1,-4 3 1,-2 4 0,-1 3 2644,0 0-2359,0 6 1,-8 6 0,-1 8 0,0 2-252,0 1 1,-3 1-1,3 2-499,-1 1 0,0 5 1,-1-2-1,2 3 419,0 2 1,3-5 0,-1 0 0,1-2 0,2-2-4101,0-2 2478,0-1 0,5-5 1265,3-2 0,2-8 0,1-2 1</inkml:trace>
  <inkml:trace contextRef="#ctx0" brushRef="#br0" timeOffset="4368">3321 336 8355,'0'7'-766,"-1"0"1061,-3 2 0,3-1 0,-4 2 0,1 3 147,0 3 0,-1 3 1,3 5-1,-2 0 70,2 3 0,1 6 0,-1-2 0,0-1 0,-2-2-372,2-3 1,0-2 0,2-5-86,0-3 1,2-6-79,1-2 1,2-7 0,4-2 0,-2-11-340,2-6 0,0-3 0,0-7 0,-2-2 271,2-2 0,-1-1 0,1-1 62,-2 1 1,0-2 0,1 6-1,0-1 1,1 3 50,0 5 1,-1 6 0,-2 6-1,0 1 129,1 2 1,-4 3-1,5 5 1,-1 2-93,-1 1 0,3 4 1,-4 4-293,1 0 0,-3 0 0,2 2 1,-2 0-520,1 2 1,5-1-1,-2-5 1,5-3-1700,2-1 2343,-1-2 0,8-3 0,-4 0 1</inkml:trace>
  <inkml:trace contextRef="#ctx0" brushRef="#br0" timeOffset="4369">3724 403 8355,'6'5'-644,"0"0"157,-2 2 1,-2-1-1,6-3 865,0 0 0,2 1 0,1-4 168,1 0 0,-1-5 0,0-2-230,0-3 1,0-1 0,-1-1-65,-2 1 1,-3 0 0,-5 0 0,0 0 0,-2 1 0,-1 1-1,-6 3 1,-3 1 0,-5 2 1547,0 2-1627,3 1 1,-7 1-1,4 3 1,-2 4 0,2 3 54,1 4 1,-3-2 0,3 6 0,0 0 12,0-2 1,-3 4 0,4-1-169,1 5 0,6-2 1,2 2-1,-1-4-214,1-2 0,4-4 0,-2 2 1,4-2-398,4-5 0,-2 0 1,6-6-1,1-2-73,5 0 1,4-4-1,4-1 116,0-5 1,1-7 0,-1-5 0,0-3-1,1-5-82,-1 0 0,-1-1 0,-2-1 0,-4 6 426,-3 4 1,-2 0 0,-2 5-89,-5 1 0,-2 8 1139,-1 6 1,-4 5 0,-4 8 0,-1 0 0,1 3-459,0 2 0,1-1 0,-3 3 1,1-3-612,2 0 1,0 1 0,0-3-714,3-1 0,3-2 1,2-2-2496,3-2 3225,2-3 1,10-10-1,2-2 1</inkml:trace>
  <inkml:trace contextRef="#ctx0" brushRef="#br0" timeOffset="4370">4003 358 7747,'6'0'-268,"-1"5"1,-5 2 1403,0 3 1,0-2-568,0-1 1,0 1 0,0 4 0,-1 2-95,-3 1 0,3 1 1,-4-1-1,1 3 0,-1 3-300,-1 2 0,4-5 0,-3 0 0,1-2 73,0-2 0,0-2-367,4-1-285,0 0 1,0-6-1,2-6 1,1-8-76,5-4 1,2-7 0,1 1 0,1-2 226,3-1 0,-1-1 0,3 2 0,0 3 134,-4 3 1,0 2 0,-2 3 388,0 3 0,-4-2 1,1 6 45,1 0 0,-4 3 0,-2 4 0,-1 3 102,-2 3 0,0 3 0,0 0 1,-2 3-101,-1 2 1,1-3 0,-3 3-234,0 2 1,3 0-1,-4 0 1,1-3-1,1-1 1,0-2-1293,1-1 786,-1-2 0,5-5 1,4-5-1,5-8-136,4-12 1,5-3 0,0-8 0,2 0 203,2 2 0,-2-3 0,-1 6 0,-3 4 226,-1 4 0,-1 5 0,-4 2 489,0 3 1,-3 2-1,-2 7 452,-1 6 0,-1 0 1,-4 11-1,-1 1-446,-3 1 1,1 2 0,-3 2-1,0 0 1,1-2 0,0-5 49,2-2 0,2-1-595,1-4 1,0-3 0,1-2-2281,3-1 1,7-6-1,7-5 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1:45.498"/>
    </inkml:context>
    <inkml:brush xml:id="br0">
      <inkml:brushProperty name="width" value="0.04536" units="cm"/>
      <inkml:brushProperty name="height" value="0.04536" units="cm"/>
      <inkml:brushProperty name="color" value="#1F80FE"/>
    </inkml:brush>
  </inkml:definitions>
  <inkml:trace contextRef="#ctx0" brushRef="#br0">280 10 9889,'-1'-6'1253,"-3"2"0,-2 4 1,-5 4-1,-1 4-955,1 2 1,-1 2 0,-2 3 0,-2 5-72,-1 5 0,2-1 0,-4 6-51,-1 1 0,3 2 0,-1 0 1,2 2-1,3 1-131,0 1 1,2 2 0,0-3 0,1 1-440,2-1 0,3-5 0,5-2 0,0-3-185,0-5 0,5 1 0,3-4 0,3-1 0,4-3-4876,4-6 4909,2-3 1,1-10-1,0-1 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1:46.484"/>
    </inkml:context>
    <inkml:brush xml:id="br0">
      <inkml:brushProperty name="width" value="0.04536" units="cm"/>
      <inkml:brushProperty name="height" value="0.04536" units="cm"/>
      <inkml:brushProperty name="color" value="#1F80FE"/>
    </inkml:brush>
  </inkml:definitions>
  <inkml:trace contextRef="#ctx0" brushRef="#br0">180 157 9031,'6'1'631,"-2"3"1,-4-2-1,-3 6-220,-1 0 0,-3 6 0,2 2 0,-1 0 156,-3 0 0,3 4 0,-2 0-372,0 5 0,-2 0 0,-1 6 1,-1 1-197,1 1 0,0 5 0,0-7 0,0 0-227,-1 1 1,2 0 0,2-3 0,2-3-84,1-2 1,-3-3-1,4-2-1498,2-4 0,1-3 0,2-2 1297,3-2 1,2-8 0,5-7 0</inkml:trace>
  <inkml:trace contextRef="#ctx0" brushRef="#br0" timeOffset="1">90 459 8355,'6'-5'0,"-1"2"1122,-5-4 0,5-1 0,4-3 0,5 0-723,4 0 0,1 2 1,2-1-1,3-2-214,-1-1 0,6 1 0,1 1 1,3-1-305,4 1 1,-2 0 0,2 1 0,-2 1-752,-1 2 1,-2 3 0,-3-2 0,-6 1 53,-3 3-355,-6 0 1,2-3 0,-5-1 0</inkml:trace>
  <inkml:trace contextRef="#ctx0" brushRef="#br0" timeOffset="2">213 392 8355,'-11'0'0,"0"0"328,5 5 0,1-3 1,5 5-1,0 2 0,0 1 1,1 3 1196,3 1 1,2 0-1242,5 5 0,1-4 0,2 2 0,2 0 0,0 0-234,0-1 1,4 2 0,-1-3-1,2-2-625,1-5 1,1 1-1,-1-5-622,1-2 1,-1 0 0,0-2 0,1-2 0,0-1 806,3-5 0,-2-7 0,3-2 1</inkml:trace>
  <inkml:trace contextRef="#ctx0" brushRef="#br0" timeOffset="3">694 11 11158,'1'-6'-696,"3"3"1213,3 1 1,-1 4 0,2 1 0,1 5 93,1 2 1,1 2-1,0 2 1,0 3-303,0 4 1,-1 2-1,-1 9-118,-2 3 0,-4 6 1,-1 1-1,-4 3 1,-6 2-117,-2 0 1,-2-5-1,-2 3 1,-2-5-1,0-4-551,0-3 1,-4 2 0,3-9 0,-1-2-18,3-4 1,4-1 0,2-5-1541,2-4 1,5 1 0,-3-5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1:52.905"/>
    </inkml:context>
    <inkml:brush xml:id="br0">
      <inkml:brushProperty name="width" value="0.04536" units="cm"/>
      <inkml:brushProperty name="height" value="0.04536" units="cm"/>
      <inkml:brushProperty name="color" value="#1F80FE"/>
    </inkml:brush>
  </inkml:definitions>
  <inkml:trace contextRef="#ctx0" brushRef="#br0">1 314 8257,'0'-11'2151,"0"0"-1882,0 4 0,0 1 0,1 4 35,3-2 0,-2 0-218,6 4 1,-5 0 0,4 1 0,-1 2 38,0 1 0,1-1 0,6-3-11,2 0 0,-3 0 1,3 0-1,-1 0 33,1 0 1,-2 0-1,5 0 1,-1 0-116,0 0 0,2 0 0,3 0 0,1 0-26,-1 0 0,1 0 0,-1 0-55,0 0 0,1 0 1,-1 0-1,0 0-28,1 0 1,-1 0-1,2 0 1,1 2-1,1 0 55,-2 2 1,4 0 0,-1-4 0,0 0 41,1 0 1,3 0 0,-1 0-1,2 0 16,1 0 0,1 0 0,0 0 1,0 0-37,4 0 0,-2 0 0,5-2 0,1 0 81,1-2 0,1 0 1,-2 4-1,-1 0-68,1 0 0,0 0 0,1 0-16,-2 0 0,0 0 0,5 0 0,1 0 2,1 0 1,2 0 0,-3 0-1,3 0-2,1 0 1,-3 0-1,3 0 1,0 0 0,-1 2 20,-1 1 1,-1-1 0,-6 1 0,-2-1 5,-2-2 1,3 1-1,-5 1 1,-2 2-3,-3-1 0,0-2 1,5-1-1,1 0 5,-1 0 0,3 0 0,-1 0 0,1 0-10,-1 0 0,3 0 0,-2 0 0,-1 0 17,1 0 1,-1 0 0,-2 0 0,1 0-10,0 0 1,-3 0 0,1 1-9,2 3 0,-2-3 0,2 3 0,-2-3-28,-1-1 1,3 0 0,1 0 0,1 1-1,1 2 0,-1 0 1,-1 1 0,3-4 0,-2 0 2,-2 0 0,0 0 0,-9 0 0,1 1 5,-3 3 0,-2-3 0,-2 3 1,-1-3 10,-2-1 1,-3 0-1,-5 0 1,0 0 48,0 0 0,1 0 0,-1 0 4,0 0 0,0 0-16,0 0 0,-3 0 0,-2-1 3,-1-3 0,-1 2-58,-4-6 0,-2 1 0,0-4 0,-3 0-46,-1-1 0,2 1 0,-3 0 0,-2 0 13,-1 0 0,-1-5 0,-2-2 0,0 0 104,-2-1 0,0 2 1,2-3-1,0 2 21,-2 2 1,-4 1-1,3 4 1,-1 0-62,-3 0 1,2-1-1,0 3 1,-1 1-78,2 4 0,-3-1 0,5 2-89,1 0 1,2 2-1,1 1-96,0 0 1,4 5-1,5 2 1,4 5 4,6 2 1,7-1 0,3 3 0,5-1 89,3 0 0,2 5 0,6-2 1,-1 3-6,1 2 1,-2-1 0,-2-1 0,-3-1 196,1-1 1,-8-1 0,-1 4-1,-4-3 328,-5 0 0,-6-5 0,-1 2 0,-6-1-29,-4 0 0,-10 0 0,-4-4 0,-5 0-123,-2 0 1,-2 0 0,-4 0-449,1 1 0,3-2 0,0-2 0,0 0-538,2 0 1,-3-1-1,5 0 1,2 2-1,3 1-385,2 1 1,1 0-1,-5 0 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1:53.979"/>
    </inkml:context>
    <inkml:brush xml:id="br0">
      <inkml:brushProperty name="width" value="0.04536" units="cm"/>
      <inkml:brushProperty name="height" value="0.04536" units="cm"/>
      <inkml:brushProperty name="color" value="#1F80FE"/>
    </inkml:brush>
  </inkml:definitions>
  <inkml:trace contextRef="#ctx0" brushRef="#br0">414 112 8081,'0'-6'693,"1"0"1,3 2 115,3-4 0,-2-2-466,-1-1 1,1 4-1,-2-1 37,0 0 1,-3-2 0,-4 0-179,-3 2 0,-3 2 0,-1 4 0,-2-2 0,-2 1 9,-3 2 0,-3 1 0,-2 1 1,1 2-74,0 1 1,-1 8 0,1 0 0,-1 3 4,1 2 1,0 4 0,1 0 0,1 4 7,1-1 0,0 5 0,-2 0 0,3-1-113,3-2 0,4 2 1,2-2-28,1-2 0,6 0 0,-2-2 1,3 0-180,1-4 0,6 0 0,4-5 1,5 2-290,2-1 1,2-5 0,5-3-1,1-1-466,1-3 1,5-1 0,-3-1 0,2 0 0,0 0-2139,1 0 2785,-4-5 0,1-1 0,-6-5 0</inkml:trace>
  <inkml:trace contextRef="#ctx0" brushRef="#br0" timeOffset="415">481 324 8681,'-11'0'1749,"3"0"-1496,1 0 0,4 2 1,1 1-1,4 5 0,6 0 1,2 1-14,1-1 0,4-5 0,1 4 0,1-2-354,3-3 1,1-2-1,2-2 1,-1-3-277,0-2 1,-3 0-1,-2-6 221,-1-1 0,-1 4 0,-5-4 0,-1 2 244,-2 3 1,-4-2 0,1 3-1,-4 0 1,-4 0-108,-4 4 0,-3-1 0,-4 2 533,-3 0 0,-3 2 0,-1 1 0,3 0-115,0 0 1,0 1 0,-3 3 0,1 3 0,1 3-151,1 1 1,6 4 0,-2 2 0,2 0 0,3 2-184,3-2 0,2 4-157,5-2 1,0-2 0,0 0-1,1 0 1,3-4-607,3 0 1,5-3-1,3-3 1,3-3-611,3-3 0,5-2 1,2-3 223,0-3 1,2-8 874,4-4 1,-1-2-1,1-1 1</inkml:trace>
  <inkml:trace contextRef="#ctx0" brushRef="#br0" timeOffset="889">1029 67 8355,'0'-6'573,"0"1"0,-5 5 0,-3 1-225,-2 3 1,3 2 0,-1 7 56,0 2 0,1 3 0,0 7 1,-2 2-215,-1 2 1,0 1 0,2 3-1,0 1 1,1-2-40,1-2 0,-3 1 0,5-5 0,2-2-1092,0-4 1,4-6-327,1-6 1,5-4 0,5-9 0,2-6-368,-1-7 1633,3-3 0,1-11 0,4-3 0</inkml:trace>
  <inkml:trace contextRef="#ctx0" brushRef="#br0" timeOffset="890">1196 45 8355,'0'11'753,"0"1"1,-1 3-149,-3 4 0,-2 3 1,-4 3-1,1 4 0,2 1-291,-2 1 1,-4 3-1,-1-4 1,3 3-402,2 0 1,3-1 0,-2-2 0,5-5-1382,1-5 1,4 0 0,1-7 550,5-3 1,2-3 0,1-7 0</inkml:trace>
  <inkml:trace contextRef="#ctx0" brushRef="#br0" timeOffset="1955">1722 235 8355,'-19'0'352,"0"0"0,4 5 1,-2 2-1,1 3 1,4 1 137,3 1 0,5-1 1,8 0-1,3-1-173,3-3 0,10 2 0,4-4 0,3 0-264,4 0 0,6-1 1,6-4-1,1 0 1,4 0-561,-1 0 0,-4 0 1,4 0-1084,-4 0 0,-5 5 0,-4 1 1</inkml:trace>
  <inkml:trace contextRef="#ctx0" brushRef="#br0" timeOffset="1711">1778 123 8355,'-12'11'0,"-3"1"394,1-1 1,2-4-1,6 1 1,0 0-1,1 2 1,1 0-1,7-2 1,5-5 632,6-1 0,7-2-1111,2 0 0,1 0 0,7 0 25,1 0 0,6 0 1,-3 0-637,3 0 0,0 1 0,1 1 0,0 3-904,-3 1 0,1 1 1242,-3 0 1,2 3 0,-8-4 0</inkml:trace>
  <inkml:trace contextRef="#ctx0" brushRef="#br0" timeOffset="1200">1990 0 8355,'-11'0'197,"0"5"0,1 3 309,2 2 1,-2 4 0,3 3 0,-3 0 401,-1 3 0,0 2 1,-1 4-810,1 4 0,4-1 0,-1 0 0,0 3-239,-2 0 1,-2 1 0,3 1 0,1-2-231,4-2 1,3-4 0,1-6-1,0-3-578,0 0 0,1-8 1,4-5-1,5-4-1076,4-4 1945,6-7 1,-3-11 0,6-7 0</inkml:trace>
  <inkml:trace contextRef="#ctx0" brushRef="#br0" timeOffset="1710">2325-112 8355,'-11'12'-67,"-4"1"1,-1 5 0,0 5 0,-1 5-291,-1 3 0,0 5 1,-4 2 961,4 2 0,-3-3 0,2 4 0,-1 1 1,0 2-616,2 1 1,8-4-1,0-3 1,4-3-908,3-7 1,2-4 0,2-5 408,3-4 1,2-8-1,4-5 507,-3-4 1,3-14-1,-3-8 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1:57.631"/>
    </inkml:context>
    <inkml:brush xml:id="br0">
      <inkml:brushProperty name="width" value="0.04536" units="cm"/>
      <inkml:brushProperty name="height" value="0.04536" units="cm"/>
      <inkml:brushProperty name="color" value="#1F80FE"/>
    </inkml:brush>
  </inkml:definitions>
  <inkml:trace contextRef="#ctx0" brushRef="#br0">311 3096 6891,'0'11'-47,"0"-4"1054,0 1 1,0-4-1,0 3 828,0 2-1292,0-4 0,0-2-278,0-6 0,0-4 1,0-4-1,0 0-125,0 0 0,0-4 0,0-2 0,0-3-97,0-4 1,0-3-1,0-3 1,0-7 0,0-4-48,0 0 0,0-10 1,0 2-1,0 0 1,0-1-1,2 0 0,0-1 1,2-1-1,-2 0 1,0 0-1,-2 0 139,0 1 1,0-4-124,0 3 0,0 5 0,0 0 3,0-1 1,0 1-1,0 1-26,0-2 0,0 4 0,0-3 0,0 0 4,0 1 1,0 0-1,0 2 1,0 2 0,-2 1 23,-1-1 0,1 2 0,-3-1 30,0-1 0,4 4 0,-3-1 0,3 2 20,1-1 0,-4 4 0,1 3 0,0-2-42,2 2 1,1 0 0,0-1 0,0 1-8,0 1 1,0 0 0,0-3 0,1-1 2,3 1 1,-3 2-1,3 0 1,-3-2-66,-1 2 1,1 1 0,2-1 0,1 3-8,-2 0 0,-1-3 1,1 3-1,0-2 17,2 0 0,1 4 0,-3-4 41,2-1 0,3 4 1,-3 0-1,-1 0 0,-1 1-30,2 2 0,-3-1 1,3 1-1,-3 0 1,-1 3-1,0 0 10,0 0 8,0 4 0,0-3 0,0 5 0,0 1 3,0 2 0,0 1 28,0 0 0,-1 4-41,-3 4 0,-2 1-16,-5 2 1,1 2 0,1 1 0,2 5 16,-2 2 1,-1 2 0,-1 2-1,-2 2 16,-2 1 0,-1 7 0,-4 5 0,2 2 0,-2 2 0,3-1 0,-2 8-9,-1-1 1,3 2 0,-1-4-1,2-1 1,1-3-48,-1-3 0,7-2 0,-2-7-68,1-3 0,5-4 0,3-11-351,4-11 1,4-12 116,6-10 0,4-8 0,1-7 0,2-5 0,-1-2 0,2 1 7,1 2 0,3 4 0,1 5 267,1 2 0,4 2 206,-4 6 1,0 8 0,-5 7-1,-1 3 1,-3 5 272,0 3 0,1 9 0,-4 9 0,-3 9 1,-2 11 16,-1 5 1,-3 5 0,0 6 0,-1 0-308,0-1 1,0 5 0,-4-3-310,0 0 0,0-7 0,1-8 1,1-5-1500,2-5 1,3-3 530,-3-5 1,10-1 0,-2-6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2:59.516"/>
    </inkml:context>
    <inkml:brush xml:id="br0">
      <inkml:brushProperty name="width" value="0.04536" units="cm"/>
      <inkml:brushProperty name="height" value="0.04536" units="cm"/>
      <inkml:brushProperty name="color" value="#1F80FE"/>
    </inkml:brush>
  </inkml:definitions>
  <inkml:trace contextRef="#ctx0" brushRef="#br0">336 146 8029,'6'-2'754,"-3"-1"0,0 1 997,1-1-1155,-3 1 0,8-2-371,-6-4 0,5-2 1,-5-1-1,0 0 0,-2 0 6,-1-1 1,0 1 0,-1 0-1,-3 1-64,-3 3 1,-3-3 0,-1 4 0,-2-1-16,-2 4 1,-1 1 0,-4 2-33,2 0 1,-1 5 0,-2 4-1,1 3 1,3 5 81,1 0 1,-4 5 0,2 6-21,1 0 1,-3 0 0,4 4-32,-2 3 1,5 2-1,-2-1 1,2 2 0,4 1 73,1-1 0,3-4 0,5-4-644,0 1 0,5-5 0,4-4 1,4-6-1,6-4 58,2-5 0,5-2 0,2-5 0,0 0-372,3 0 0,-2-5 0,-1-2 0,1-3-1245,0-2 1,-8 1-1,1 0 1799,-1 0 0,-5 0 0,0 0 0</inkml:trace>
  <inkml:trace contextRef="#ctx0" brushRef="#br0" timeOffset="664">414 459 9889,'0'11'637,"0"0"1,0 1 79,0 3 1,-1 3 0,-2 4 0,-1 0-496,2 1 0,1-1 1,1 1-1,0-1 1,0-1-390,0-2 0,1-3 0,1-5-1414,2 0 0,5-5 0,-2-2 1,3-3 1589,1-1-659,0-5 1,6-6-1,0-6 1</inkml:trace>
  <inkml:trace contextRef="#ctx0" brushRef="#br0" timeOffset="665">660 123 8355,'0'11'0,"-4"-3"1583,0-1 0,2 0-1560,6 0 1,2 2 0,5-6 0,1 0 0,3-2 0,4-1 0,2 0 0,3 0-487,2 0 1,-3 0 0,3 0 0,-2 0 0,-2 0-455,1 0 0,-1-5 0,0-1 1</inkml:trace>
  <inkml:trace contextRef="#ctx0" brushRef="#br0" timeOffset="666">716 325 8355,'-4'7'-53,"0"0"1,-1 1 0,3 3 1343,-2 0 1,0-3-983,4-1 1,3 1-1,3 2 1,5-3-1,3-3-147,2-3 0,3-1 1,5-1-1123,3-3 0,4-2 1,-3-5-1,2-1 149,0 1 1,0 0-1,3 0 1</inkml:trace>
  <inkml:trace contextRef="#ctx0" brushRef="#br0" timeOffset="1218">1509 291 8355,'8'0'-95,"-1"0"1,1-1 0,-1-3 0,1-3 408,0-3 1,1-2 0,0 0-1,-2-3 1,2-2 0,0-1 189,-2 3 0,-1-1 0,-3 0 0,0 0 81,0 0 0,-3 0 0,-5 2 1,-5-1-409,-4 1 0,-6 3 0,2 3 1,-5 1 229,-3 2 0,3 2 1,-5 5-1,1 4-155,-3 6 0,3 7 0,1 3 0,2 4-66,2 2 0,1 3 0,2 5 0,4 2-54,3-2 0,2-4 0,2-1 0,5 0-401,2-4 1,2-2 0,4-2-1,5-2-324,3-3 1,8-3-1,1-6 1,4-3 0,2-1-530,3-2 0,2-7 1,1-4-386,4-2 1,-4-2 832,4-3 1,-4-2 0,0-6 0</inkml:trace>
  <inkml:trace contextRef="#ctx0" brushRef="#br0" timeOffset="1219">1744 403 8355,'-11'6'2964,"5"4"-2174,1-9 1,1 9 0,0-2-225,2 2-715,-4-4 1,4 4 0,-1-3 0,3 2-1381,3-2 1,4-2-1,4-5 693,0 0 0,0 0 0,0 0 0</inkml:trace>
  <inkml:trace contextRef="#ctx0" brushRef="#br0" timeOffset="1395">2102-56 11852,'-6'5'0,"1"3"0,1 2 0,0 2 0,1 3 0,-1 4 0,0 3 0,0 4 0,1 4 927,-1 2 0,0 2 1,4-1-1018,0 1 1,1-2 0,2-1 0,2-2 0,1-1 0,2 0 0,-1-2 0,0-4 0,1-2-1936,-2 0 1,4 1-1,-4 1 1</inkml:trace>
  <inkml:trace contextRef="#ctx0" brushRef="#br0" timeOffset="1885">414 1364 10421,'0'-12'0,"0"-2"0,0-1 251,0 2 0,-4 0 1,-1 3-1,-1 2 0,-4 1 1,-3 1-1,-3 1 342,-1 0 0,-3 3 0,-5 5 0,-1 5-284,1 2 1,-2 6-1,1 3 1,1 3-1,1 3 1,2 2 31,0 2 0,3-2 1,2 5-191,1 3 0,4-3 0,5-2 0,-1 1-72,2 2 1,1 0 0,5-1 0,2-1 0,1-2-388,5-2 0,7-1 1,3-4-403,3-4 1,2-3 0,0-6 0,2-3 72,1-1 0,7-1 1,-1-6-1,4-1-4229,0-5 4483,4-7 1,-6-2 0,5-5 0</inkml:trace>
  <inkml:trace contextRef="#ctx0" brushRef="#br0" timeOffset="2983">548 1633 8355,'-11'0'334,"0"0"1,4 1 0,5 1 0,6 3 0,6 1 0,4 3 0,4 1 0,2 1-1,1 0 2035,1 1-2310,1-1 1,-2 0 0,-3 0 0,-3 2 28,-2 1 0,-3-1 1,-3 3-1,-3-1 1,-3 0 122,-1-1 0,0-2 1,-3-1-112,-4 0 1,0 2-1,-10 0 9,1 2 0,0 0 0,-4-4 0,2 1 0,-1 0-75,2 3 1,0-3 0,6 2 6,0-5 0,1 1 0,3-3-297,3 3 1,8-4 0,3-2 131,3-3 0,6-1 0,3 0 1,3 0-1,3-1-186,1-3 1,4-2 0,-3-5-263,2 0 1,-1-1-1,4 1 1,-4-1-1,1-2 1,-2-1-1354,0 2 1,-2-5 1724,-6 0 0,2-4 0,-4 0 0</inkml:trace>
  <inkml:trace contextRef="#ctx0" brushRef="#br0" timeOffset="2984">1029 1398 8355,'-12'0'1090,"1"0"1,4 4 0,1 0 860,1 3-1873,6-5 1,6 3-1,8-4 1,4 2 0,2 1-1,3-2 1,2-1-182,3-1 1,3-3-1,0-2 1,0 0 0,2-2-1,-2 2-14,-1 1 1,-6-4-1,0 3-2467,-5-1 1,-4 3 2017,-5 0 1,-10 6-1,-2 4 1</inkml:trace>
  <inkml:trace contextRef="#ctx0" brushRef="#br0" timeOffset="2985">1062 1599 10178,'-10'7'-258,"3"1"1,3-4 577,8 3 0,2-4 0,5 0 1,0 0-1,2-1-76,2 2 0,3 0 0,7-4 0,2 0-563,2 0 0,-3-4 0,4-1 0,1-1 1,1-3-1540,2-1 1094,-1-1 1,1 0-1,-1 0 1</inkml:trace>
  <inkml:trace contextRef="#ctx0" brushRef="#br0" timeOffset="2986">1789 1252 8355,'0'-11'1099,"0"0"-642,0 5 485,0 1 1,-4 7 0,-1 5 0,0 6-1,-1 6-648,0 4 0,-2 7 1,-2 1-1,2 4 1,1 4 29,3 0 0,-4-1-502,4 3 0,1-7 0,3 1 0,0-5 0,0-4-314,0-5 1,1 0 0,1-6 96,2-1 0,5-7 1,-1-3-1472,6-3 1,-1-6-1,3-1 1</inkml:trace>
  <inkml:trace contextRef="#ctx0" brushRef="#br0" timeOffset="3342">2191 1565 8153,'5'-6'-504,"1"-4"721,6 3 0,-5-4 1,2-4-1,1-4 42,0-2 0,3 2 0,-5 1 64,2-2 1,-3 0-1,-1 0 1,-1 2-1,-2-1 133,-2 1 1,-6-1 0,-4 2 0,-4 1 289,-6 0 1,-3 3-1,-3 5 1,-4 4-364,-3 3 0,4 7 0,-7 5 0,1 8-170,3 6 1,0 4 0,-1 5-1,2 4-14,4 3 0,4 6 1,4 1-1,6-2-144,3-4 1,7-3-1,-1-7 1,6-2-300,4-4 0,8-7 0,5-6 1,6-4-388,7-5 1,2-4 0,6-6 200,1-9 1,1-4-1,-1-12 1,-2-3 0,-2-3-150,-2-3 0,-1-2-1228,-2-6 1,-4 2 0,-2-4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16T23:21:58.946"/>
    </inkml:context>
    <inkml:brush xml:id="br0">
      <inkml:brushProperty name="width" value="0.04536" units="cm"/>
      <inkml:brushProperty name="height" value="0.04536" units="cm"/>
      <inkml:brushProperty name="color" value="#1F80FE"/>
    </inkml:brush>
  </inkml:definitions>
  <inkml:trace contextRef="#ctx0" brushRef="#br0">23 45 8355,'-5'-6'651,"2"1"-65,-4 5 1,4 2 0,-1 1-223,3 5 1,2 2-1,3 1 59,4 0 1,2-1 0,2-1-372,3-2 0,-1-3 0,4 2 0,2-1 0,1-3 0,2 0-825,-1-2 0,4 0 0,0 0 0,0 0 115,2 0 0,0 0 1,4 0-4,-2 0 0,3-5 0,-5-1 1</inkml:trace>
  <inkml:trace contextRef="#ctx0" brushRef="#br0">168 157 8355,'-1'-6'-405,"-3"2"1267,-2-2-446,0 5 0,-4-4 1,3 6-1,0 2 1,1 2 166,1 1 0,1 6 0,4 7 1,0 2-389,0 1 1,0 6-1,1 3 1,2 5-157,0 5 0,5 0 0,-3 1 0,0 1-176,0 0 1,-1-2-1,-3 0 1,1-4-1,2-4 1,-1-3-1,-1-5 1,0-5-1,2-5-1928,-1-3 1,-2-8 1632,-1-8 0,0-8 1,0-15-1,0-6 95,0-3 1,-5-11-1,-1 1 1</inkml:trace>
  <inkml:trace contextRef="#ctx0" brushRef="#br0" timeOffset="2">570 1 8355,'-10'5'0,"3"2"0,1 3-135,2 1 0,3 2-46,-3 2 1,3 2 0,1 4 0,-1-1-1151,-3-1 1256,3-1 0,-4 5 0,5-1 1</inkml:trace>
  <inkml:trace contextRef="#ctx0" brushRef="#br0" timeOffset="1">570 414 8355,'-3'12'627,"-1"-1"1,0 1 0,4 3-252,0 4 1,-3 6 0,-1 1 0,1 1-124,2 4 1,-3-5-1,-1 6 1,0-3-208,0-4 0,2-7 1,3-3-1,0-2-643,0-2 0,1-5 0,1-3-1088,2-6 1,4-6 1171,-5-9 1,6-6-1,-3-9 1</inkml:trace>
  <inkml:trace contextRef="#ctx0" brushRef="#br0" timeOffset="911">738 381 8355,'-4'11'254,"1"0"1,0 0 0,2 1 0,1 0 0,0 3-1,0 4 436,0 2 0,-4 1 0,-1 0 1,0 2-1,0 1-363,3 1 0,-3-1 1,1-5-336,2-2 0,0-4 0,2 1-95,0-3-1,0-6 0,0-2 0,2-9 33,1-6 0,0-5 1,3-8-1,0-2 1,0-2 29,3-1 1,1 0 0,1 5 0,0-1 45,1 4 1,-1 0 0,0 6 84,0 1 0,4 3 1,0 3-1,-1 5 22,-2 1 1,-1 2 0,0 2 0,1 1-34,-1 5 0,-5 3 0,-1 4 1,-1 2 55,-1 1 1,1 3-1,-4-1 1,0 2-114,0 0 0,0 3 0,-1-7 1,-2 0-200,0 1 0,-1-5-296,4 0 1,1-7 104,3-7 0,-2-7 0,6-7 0,1-5 63,1-2 1,1 0 0,0 2 361,0 4 0,0 0 0,-1 3 0,-1 3 240,-2 3 1,1 2 0,3 4-154,0 0 0,-3 4 1,-2 2-1,-1 3 0,-2 3 35,2 1 1,-3 3-1,1 0 1,-1 0-301,-2 0 1,3 3-1,1-3-1310,-1 1 1,-1-4 99,2-2 1,2-7 0,4-10 1063,-3-6 0,3-6 0,-3 0 0</inkml:trace>
  <inkml:trace contextRef="#ctx0" brushRef="#br0" timeOffset="912">1196 470 8355,'0'-6'727,"2"2"1,0 8 0,2 4 0,0 0-577,1 0 0,-3 2 0,6-4 0,-1 1 0,0 1 5,1 0 1,-1-3 0,6 0 10,2 0 0,-2-3 0,5 1 0,-1-1-177,1-2 1,-1-5-1,3-3-129,-2-2 1,-4-5 0,1 0 0,-3 2 46,0 0 1,-2 2 0,-3 0 297,-3 0 1,-4 1-1,-4 2 1,-5 5-93,-4 1 1,-5 4 0,-4 3-1,0 5 280,-1 3 0,2 7 1,1-1-1,3 2-90,1 1 0,1 2 1,5 1-1,2 1-202,5-1 1,1-3-1,2-2 1,2-3 14,1-1 0,10-1 0,9-5 0,7-2-706,3-5 0,10-8 0,4-7-1847,4-9 1,0-3 1213,5-6 0,-6 1 0,6-5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8:08.263"/>
    </inkml:context>
    <inkml:brush xml:id="br0">
      <inkml:brushProperty name="width" value="0.04536" units="cm"/>
      <inkml:brushProperty name="height" value="0.04536" units="cm"/>
      <inkml:brushProperty name="color" value="#1F80FE"/>
    </inkml:brush>
  </inkml:definitions>
  <inkml:trace contextRef="#ctx0" brushRef="#br0">45 369 8355,'-11'0'246,"0"-1"98,0-3-139,5 3 0,1-5 675,5 2-539,0 3 1,1-4 0,3 5 0,4 0-35,6 0 1,5 0-1,7 0 1,5-1-29,5-3 0,6 1 0,10-3 0,10 0-148,10 0 0,8-2 1,14-2-1,-41 6 0,1 0-96,5 0 0,0 0 0,0 1 0,0 0 0,9-1 0,2-1 0,3 2 0,1-1-83,3 0 1,1-1-1,5 0 1,0-1-1,3-1 1,1 0 0,2-1-1,0 0 1,1 0-1,1 0 37,-1 0 1,1 0 0,7 0 0,1 1 0,-7 1 0,1 0-1,2-1 1,0 0 13,-2 0 0,1-1 1,5 0-1,0 1 1,-10 1-1,-1 0 1,1-1-1,-1 0-106,1 0 1,-1-1 0,-4 0-1,-2 1 1,-1 1 0,-1 1 0,-4-1-1,-2 1-299,-4-1 1,0 1 0,-3 0 0,0 0 0,-9 1-1,-2 0 1,-1 2 0,-2 1 401,45-1 0,-11 2 0,-11 0 0,0 0 0,-4 0 0,-3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8:09.233"/>
    </inkml:context>
    <inkml:brush xml:id="br0">
      <inkml:brushProperty name="width" value="0.04536" units="cm"/>
      <inkml:brushProperty name="height" value="0.04536" units="cm"/>
      <inkml:brushProperty name="color" value="#1F80FE"/>
    </inkml:brush>
  </inkml:definitions>
  <inkml:trace contextRef="#ctx0" brushRef="#br0">1 22 9193,'0'15'397,"0"2"0,0 0 0,0 3 0,0 2 0,0 3-87,0 1 0,3 5 0,1-1 0,0 2-106,1 2 1,0 1-1,3 1 1,-1 1-53,-2-1 0,-1-5 1,-1-1-1,1 0-64,-2-2 1,-1-2-1,-1-6 1,0-3 34,0 0-155,0-2 0,-1-9 0,-1-5 1,-3-7-1,0-9 0,0-6 0,2-5 1,1-5-1,-1-5 0,0-5 0,0-4 1,2-1-882,1 1 1,5-4 837,2 8 0,3-4 1,1 9-1,2 2 1,1 4-1,2 4 1,1 4-60,3 2 0,1 6 181,1 0 1,2 6 0,1 4 0,0 3 109,-4 1 1,1 1 0,-4 3 0,-1 4 0,-3 1 285,-6 3 1,-3 4 0,-5 1-266,0 1 1,-1 3 0,-3-3-1,-4 5-29,-6 3 0,-2-3 1,-5 5-1,0-2-119,-3 0 0,-1 0 0,3-4 0,-1 1-115,1-1 1,5-1 0,2-2 37,2-4 1,3-3-1,3-1 1,3 0-1,4 1 50,4-1 0,6-1 0,6-2 0,1-1 8,3-2 0,1 3 0,2-1 130,-1-1 0,0 4 0,1-4 0,-2 1 0,-1 1 0,-3 1 535,-1 0 0,-1 3-636,-4-1 0,1-2 0,-2 0 0,-3 4 0,-3-1 0,-3 1 494,-1-2-1140,0 0 1,0 0 0,0 0-4431,0 1 1348,-5-6 3356,4-11 1,1-8 0,6-9 0</inkml:trace>
  <inkml:trace contextRef="#ctx0" brushRef="#br0" timeOffset="234">805 134 8355,'-11'0'0,"0"0"0,4 2 374,-1 1 1,2 0-1,-1 4 1,2 1-1,1-1 1,0 1-1,3 0 1,2 2 214,3 1 1,6-1 0,1-1 0,6-3-668,4-1 1,-1 3-1,1-5 1,3 0-561,0-2 0,-1-5 0,0-1 0,-1-1-1234,0-3 1061,1 0 1,-1-8-1,0 0 1</inkml:trace>
  <inkml:trace contextRef="#ctx0" brushRef="#br0" timeOffset="520">794 291 9440,'-6'6'-6,"1"4"0,10-5 0,4 2 1,4-2-1,6-1 502,2 0 0,3-2 0,2-4 0,4-3 0,2-1-206,2-3 0,3 3 0,0-1 0,-1 1-2120,-1 0 1,-2 4 0,1-3 0</inkml:trace>
  <inkml:trace contextRef="#ctx0" brushRef="#br0" timeOffset="2383">2035 112 8025,'-5'-6'354,"4"-4"0,-1 4-123,4-1 1,0-3 0,5 2 0,-2-5 29,-3-2 0,3-1 0,-1 3 0,-2-2 0,0 1 218,-2 2 1,0 0 0,0 1 0,-2 0 0,-1 1-209,-5 3 0,-2-2 0,-1 5 1,-1 1-163,-3-2 1,1 3-1,-5 0 1,0 4 0,-3 6 172,0 2 0,1 1-215,2 0 0,-2 5 1,3 2 61,-4-1 1,4 8-1,-1-3 1,-1 3-12,-1 2 0,3 2 0,0 4 0,2 1 0,2 0 4,2-1 0,2-4 0,1-2 1,3-1-1,1 0-73,3-1 1,2-5 0,5-3-170,6-1 1,1-6-1,7-6 1,2-3-44,4-1 0,3-6 1,5-6-1,-2-9 46,-1-8 0,-2 0 0,2 1 0,-4-1-170,-2 1 1,-7 4-1,-2 1 1,-4 4-138,-3 3 1,-4 1 0,-4 4-891,0-1 0,-4 6 1,-3 4 327,1 4 0,-9 9 0,3 7 1</inkml:trace>
  <inkml:trace contextRef="#ctx0" brushRef="#br0" timeOffset="2590">2225 436 8323,'0'-11'2077,"0"5"1,-1 2-2023,-3 8 0,3 2 1,-3 5-1,3 0 0,0 0 1,-2 1-1805,0-1 1,-1 0 853,4 0 0,0-5 0,0-1 1</inkml:trace>
  <inkml:trace contextRef="#ctx0" brushRef="#br0" timeOffset="3164">2874-100 8355,'0'-12'144,"0"1"190,0 0 1,0 0 0,0 0 29,0-1 0,0 1 0,-2 0 1,-1 1-1,-5 1 33,-2 2 1,-2 1-1,-2-3-213,-1 2 0,-5 4 0,2-1 0,-3 3-80,-2 1 0,0 5 0,-2 3 0,-1 3 0,1 2-19,1 2 1,3 5-1,1 0 1,3 4-53,1 2 1,-2 0 0,6-4-85,2 1 0,1 3 1,-1 0-1,3-1 1,3-2 21,3 0 1,1-2-1,1-1 1,4-3-115,6-1 0,6-6 0,6-6 0,3-3-22,4-1 0,2 0 0,3-1 0,0-2 65,-2 0 1,3-2 0,-7 2 240,0-1 1,-6 2 0,-5 6 0,-3 3 0,-4 3 126,-3 1 1,-5 4 0,-1 1 0,-5 2-1,-9 1-83,-5 3 1,-2 0 0,0 0-94,-1 1 1,-8-5-1,6 0 1,-2-3-1,1-4-93,0-3 0,5-5 1,0 1-115,2-3 0,3-7 0,5-5-104,4-7 1,3-4 0,2-4 0,4-5-68,7-5 1,0 1 0,7-2 0,1 2-9,1 1 1,-3 6 0,1 2 0,1 2-445,1 2 1,1 3 0,1 2 0,-2 2-56,-3 5 0,3-1 0,-3 4 0</inkml:trace>
  <inkml:trace contextRef="#ctx0" brushRef="#br0" timeOffset="3611">3254-246 8355,'0'-11'330,"0"4"0,1 0 409,3 2 0,-2 2 0,6 4 0,0 1-532,2 2 0,2 5 1,-1-1-1,0 5 45,0 2 1,0 1-1,0-1 1,-1 2-126,-2 1 1,-3 3-1,-5-3 1,-1 4-48,-3 0 0,-4 1 1,-7 4-1,-3 1 67,-3 1 1,-7 2 0,-1-5-165,-4-1 0,3-2 0,2 0 1,1-2 130,2-3 0,6-1 0,4-8 0,4 0 46,4-1 1,4-6-227,10 2 0,3-3 1,12-1-1,2-1 1,4-2-140,3 0 0,5-5 1,2 3-1,2 0-505,2 0 1,1-2 0,-1 3 0,-4 2-810,-3 0 0,6 12 0,-6 3 0</inkml:trace>
  <inkml:trace contextRef="#ctx0" brushRef="#br0" timeOffset="5024">146 1263 8355,'0'-11'481,"0"0"1,0 4 1,0-1 1,0 7 0,0 1-28,0 6 0,0 9 0,0 5 0,0 5-182,0 5 0,0 3 0,0 3 0,0 3 1,0 0 16,0 4 1,0-4-200,0 2 1,0-1-1,-1 2 1,-2-2-9,-1-1 0,-1-1 1,3-3-1,-2-2-58,2-4 1,-1-4 0,1-4 0,-2-2 0,2-5 62,0-1 0,2-6 0,-1 0-265,-3-2 1,3-3 0,-3-7 0,3-6 0,1-8-43,0-6 0,0-4 0,1-10 25,3-6 0,-1-1 1,3-7-1,0-5-107,0-8 1,2 5 0,3-2-1,1 3 231,3 8 1,-1 5 0,3 7 0,-1 6 114,-2 7 0,3 5 0,2 3 0,2 4 148,2 3 0,-5 5 1,0 4-1,-1 1 96,0 2 0,-3 7 0,0 3 1,-4 4-133,-3 4 0,-4-3 0,0 3 1,-1 2 50,-2 1 0,-5 2 1,-3-1-1,-3 0-76,-4 1 0,-1 0 0,-4 1-167,1-2 1,1 3-1,-5-7 1,2 0-1,1 0 1,3-2-143,1-3 0,1-1 0,4-5 1,1-2-185,2 0 0,5-4 250,6 3 0,4-3 1,5-1-1,2 2 74,1 1 1,4 0 0,0 4 0,1 3 171,-1 4 0,2-1 1,-3 6-1,2 1 1,0 1-32,-1 1 1,-6 1 410,2-1 1,-2 0 0,-3 1 0,-3-2 0,-2-1-652,0-2 0,-4 0 0,3 1 0,-3-5 0,-1-1 0,0-2 0,-1-1 0,-1-4-7443,-2-6 6889,0-5 0,4-11 0,0-1 1</inkml:trace>
  <inkml:trace contextRef="#ctx0" brushRef="#br0" timeOffset="5895">727 1353 8355,'-1'7'88,"-3"0"0,-2-1 1,0 0-1,3 0 1,7-3-1,6-8 1,4-8-1,1-7 1,-1-3 290,1-3 1,4-5-1,-4 2 1,-1-1 0,-2 2-1,-2 0 1,-1 5 0,-3 3-130,-1 5 1,-1 3 0,-6 2 0,-1 5 0,-5 7 0,-2 9-44,-1 5 0,4 3 0,-1 3 0,-1 0 1,1-3-1,-1 0 128,2 1 0,3-4-489,-4-1 0,6 1 0,-2-1 1,3-1-550,1-2 1,0-4 0,1-2 0,3-1-504,3-3 1,3-1 195,1-1 1,6-9 0,0-4 0</inkml:trace>
  <inkml:trace contextRef="#ctx0" brushRef="#br0" timeOffset="6162">951 917 9748,'-5'-6'0,"-3"2"3076,-2 3-2971,4 1 0,1 1 1,5 3-607,0 3 1,1-1 0,3 2-977,4 0 1,2 2 0,1 2 0</inkml:trace>
  <inkml:trace contextRef="#ctx0" brushRef="#br0" timeOffset="6629">1353 1543 8355,'-6'5'-385,"2"-3"1209,8 6 1,2-4-615,5 3 0,2-5 0,2 2 0,3-3 0,5-1 0,3 0 1,4-1-1,2-1 0,0-2-2971,-2 2 2007,2 0 0,-3 2 0,4 0 1</inkml:trace>
  <inkml:trace contextRef="#ctx0" brushRef="#br0" timeOffset="6628">1376 1308 8355,'-5'6'1293,"3"-1"1,-3-3-1026,5 1-248,0-1 0,5 2 1,3-4-1,3 0-151,4 0 0,-1 0 0,4 0 0,2 0-178,1 0 0,5 0 0,0 0 1,-1 0-330,-1 0-152,-2 0 0,1 0 0,-1 0 0</inkml:trace>
  <inkml:trace contextRef="#ctx0" brushRef="#br0" timeOffset="7925">2181 1029 11176,'-8'12'0,"2"3"417,1 4 1,-3 3 0,3 4 0,1 3 0,-3 2 0,1 1 0,-1 4-1,-1 3-113,1 3 1,1-3 0,-3 2 0,1 2-273,0 0 1,1-6 0,1-2 0,1-2-80,3-6 0,1-2 1,1-4-1,0-3-1563,0-3 1,1-7-1,3-4 741,3-3 0,2-2 24,-2-3 0,8-7 0,-3-7 0</inkml:trace>
  <inkml:trace contextRef="#ctx0" brushRef="#br0" timeOffset="8226">2348 1509 8355,'0'12'393,"0"-1"1,-1 0 0,-3 0 166,-3 0 0,1 0 0,-1 1 1,2-1-2,3 0 0,-3 0 0,1 0-566,2 1-1048,1-1 1,5-6 0,3-5-84,-1-7 1,9-7-1,-3-4 1</inkml:trace>
  <inkml:trace contextRef="#ctx0" brushRef="#br0" timeOffset="8603">2661 1062 8355,'0'-7'788,"2"1"1,2 1-182,8 2 1,0 2 0,7 1-1,1 1-218,1 3 0,1 2 1,-1 6-266,-2 3 0,1 3 0,-5 3 1,-2-1-45,0-2 0,-3 1 0,-3 3 0,-3 1-68,-3-1 1,-2 0 0,-3 1 0,-3-1-91,-3 0 0,-5 1 0,-1-2 0,-2-1-3,-2-2 1,-1 0-1,-1 1 1,1-3 129,2 0 0,-1-4 0,5 3 64,2-2 0,2-2 1,3 0-1,6 0-106,4 0 1,9-5 0,8-1 0,2-1-25,1 0 0,9 0 0,4-6 0,4 0 1,3-4-122,1-4 0,7 1 0,0-6-1027,-3 3 0,4 6-294,-10 2 1,0-2 0,-8-1 0</inkml:trace>
  <inkml:trace contextRef="#ctx0" brushRef="#br0" timeOffset="9358">224 2594 8355,'0'-8'0,"0"1"396,0-2 0,0 5 0,0 4 0,0 7 1,0 4 76,0 4 1,0 6-1,1 6 1,2 2-1,1 3-199,-2 4 0,-1-1 1,-1 3-1,0-2-130,0-2 0,-1 6 1,-1-7-1,-3 2-62,-2 0 1,0-5-1,-4-2 1,1 0-63,2-4 1,-2 0 0,3-3 0,-3-2-87,-1-4 0,3-4-12,1-4 1,4-3 0,0-9-120,2-6 0,1-7 0,0-9 0,1-6-54,2-7 1,2-12 0,4-4-1,-1-3 108,0-2 0,2 3 0,3-4 0,0 1 66,2 3 1,0 9 0,-4 7 0,2 6 0,0 7 199,2 5 1,1 6 0,-2 5 0,1 3 0,-1 3 0,-2 2-1,-1 4 1,0 4 0,1 4 0,-2 3 0,-3 3 216,-3 1 0,1 4 0,-2 4 0,-1 1 1,-5-1-126,-4 0 0,-7 1 0,-2-1-138,-1 0 0,-2 2 1,-3 1-1,-1 0 1,1-3-258,-1-2 1,1-6-1,0 0 1,-1-1-163,1-2 1,1-4 0,2 0 0,4-2-471,3-3 1,2-2 0,3-4 0,3-3-625,3-3 0,6-2 975,2-3 0,8-3 0,2-4 0</inkml:trace>
  <inkml:trace contextRef="#ctx0" brushRef="#br0" timeOffset="10281">1096 2717 8355,'-17'22'836,"1"-4"0,4-4-714,1-1 1,5-2 11,2 0 0,4-5 1,4-1-234,3 0 1,8-3 0,4 1 0,3-3 17,4-3 0,3 0 0,5-4 0,-1-2-1710,1-1 1182,-1 4 1,6-4 0,0 4 0</inkml:trace>
  <inkml:trace contextRef="#ctx0" brushRef="#br0" timeOffset="10022">1118 2639 9740,'-11'-7'2495,"0"4"-2229,5 1 0,1 4 1,6 0-1,3 2 1,3 0-1,5-1-93,2 1 1,0 0 0,5-4 0,2 0-348,4 0 0,-2 0 0,3 0 1,-1 0-1,0-2 0,0 0 0,-3-3 1,-3 0-1,-2-1 0,-2 0-1749,-2-3 1,-1 3-106,-8-2 1732,0 6 0,-9-8 0,-2 4 1</inkml:trace>
  <inkml:trace contextRef="#ctx0" brushRef="#br0" timeOffset="10734">2371 2527 9459,'11'6'610,"0"-2"1,0-3 0,0-2 0,1-3-255,-1-4 1,0-3-1,0-4-251,0-3 0,-1-3 1,-1-3-1,-3-1 1,-1-1 70,-2 1 1,-2 3 0,-1 2-1,-1 1 13,-3 0 0,-2 2 1,-7 2-1,-2 4-15,-3 4 1,-3 2 0,-3 5 0,-2 1 78,-4 3 1,-6 7 0,-1 8-157,1 2 0,-2 6 0,4 3 1,1 3-1,2 3 130,3 2 1,-2 3-1,6-3-176,3 2 0,6-4 1,0 1-1,4-2 1,4-3-1,3-2-271,3-4 0,6-7 106,2-4 1,8-4 0,5-4 0,5-3-1,5-4-243,2-4 0,5-7 0,2-7 0,-1-4-74,1 0 0,2-4 0,-4 0 0,-2 2-907,-4 4 1,-4 4 0,-4 5-1211,-1 0 2187,-5 0 0,4-5 0,-3-2 0</inkml:trace>
  <inkml:trace contextRef="#ctx0" brushRef="#br0" timeOffset="10948">2672 2672 11035,'-1'10'0,"-1"-1"0,-2-2 580,2 2 0,-3-3 1,0 0 333,-2-1-2903,5-1 0,2-14 0,6-2 0</inkml:trace>
  <inkml:trace contextRef="#ctx0" brushRef="#br0" timeOffset="11467">3321 2348 8315,'1'-10'0,"2"1"0,0 2 768,0-2 1,-2-1 0,-2 0-1,-3 1-92,-3 2 1,-3 3-499,-1-3 0,-6 4 1,-1 0-1,-3 1-85,-2 2 0,0 0 0,-3 0 0,-3 2-86,0 1 1,-2 7-1,5 6 1,1 1 10,2-1 0,0 4 0,2-3 1,3 2-1,4-1-70,5 2 0,1 0 0,4 0 0,1-3-3,2-1 1,1 1 0,3-5 0,4 0-145,8-2 1,5-6 0,2 0 0,2-3 28,2-1 0,1 0 0,4-1 0,-2-2 0,-2 0 258,-2 0 1,-3 3-7,-3 4 1,-3 2 0,-5 5-1,-1 2 258,-2 2 0,-3-2 0,-6 5 1,-3-1-62,-4 0 1,-3-3-1,-2 1 1,-2-3 0,1 0 65,2-1 0,0-5 1,1-2-271,0-3 0,4-2 1,0-3-1,2-5 1,3-4-921,1-6 0,6-3 343,2-4 0,3 2 1,1-3-1,0 1 0,2 1-603,2 4 1,-2-2 0,5 5 0,-1-2 551,1 1 1,0-2 0,5 4 0</inkml:trace>
  <inkml:trace contextRef="#ctx0" brushRef="#br0" timeOffset="11965">3667 2080 8355,'7'-5'803,"3"3"-454,-9-3 1,4 7 0,-4 0 0,2 3 55,0 1 1,6 0 0,-2 3 0,3-3 0,2 1 0,0-2 0,2 0 0,2-3-43,1-1 1,-2 3 0,2 1-293,0 1 0,1-2 0,-3 3 0,-1 2-60,-2 1 0,-2 6 0,-2 3 0,-5 3 1,-3 4-118,-3 4 1,-5 2-1,-7 2 89,-3-1 0,-7 1 0,-1-1 0,0 0 0,0-3 41,-1-4 0,-2-3 1,3 0-1,1-2 149,1-3 0,3-1 0,1-5 1,3 2-23,1 0 1,6 1 0,6-3-214,3-1 0,6-5 0,3-1 17,6 0 0,3-4 1,7 2-1,2-6 5,4-4 1,3-3-1,3-3 1,4-2-209,4-3 0,-6-3 0,7 0 0,-2 1 0,-2 4-1925,-3 3 0,-2 1 1114,-10 8 0,0 0 0,-4 4 1</inkml:trace>
  <inkml:trace contextRef="#ctx0" brushRef="#br0" timeOffset="12732">224 4014 9681,'-5'16'271,"4"-1"0,-3 7 1,3 5-1,1 6 1,0 4-1,-1 4 1,-2 2 79,-1 2 0,1 2 0,3-1 1,-1-5-155,-3-5 0,3-1 1,-3-9-1,1-2-81,0-4 1,1-1 0,-3-5 0,2-3 39,-1-2 1,-1-6-147,1 0 1,-1-4-1,-2-5 1,3-8-165,3-6 0,-3-2 0,0-12 0,2-4-42,1-4 1,1-12 0,0-4 0,1-6-1,1-3-152,2 3 1,6-1-1,0 9 321,4 5 1,2 9-1,-1 6 1,2 5 143,1 5 1,3 2-1,-4 4 1,2 4 0,-2 5-1,0 2 1,0 3-1,0 3 1,-1 3 0,0 3-1,-2 5 1,-3 2 224,-3 1 1,0 4-1,-4 1 1,-2 1-70,0 3 1,-7 1 0,-3 2-1,-2-1-88,-1 0 1,-5 1-1,-3-1 1,-3 0-200,-4 1 0,1-1 1,-5-1-1,-1-2-73,-1-4 1,3-3 0,3-1 0,3-1-549,0-2 0,6-3 1,2-5-1104,3 0 1,5-1 307,4-3 0,8-2 905,6-6 0,5-4 0,6-1 1</inkml:trace>
  <inkml:trace contextRef="#ctx0" brushRef="#br0" timeOffset="13118">772 4058 8052,'0'-7'-177,"0"-1"0,0 5 362,0-5 0,0 4 0,0-3 0,1-2 1,2-1 351,0-1 0,5-5 1,-3-1-1,1-2-340,3 0 1,-3 1-1,1-5 83,2 1 0,-4 5 0,-1 2 0,-2 2 0,1 2 658,0 0-694,1 5 1,-9 6 0,-1 7 0,-1 4-86,-1 4 1,2-1 0,-3 3 0,3 1-147,1-1 0,0-2 0,3 4 0,-2-1-232,1 0 0,2-1 1,1-3-756,0 1 1,1-2-306,3-5 0,2-3 0,5-8-706,1-4 1681,-1-6 1,0-9-1,0 0 1</inkml:trace>
  <inkml:trace contextRef="#ctx0" brushRef="#br0" timeOffset="13399">906 3432 10770,'-7'9'228,"-1"2"1,6 4-1,-2-1 1,3 1-184,1-2 1,0 3-1,0-1 327,0-1-1987,5-2 1,6 5-1,6 0 1</inkml:trace>
  <inkml:trace contextRef="#ctx0" brushRef="#br0" timeOffset="13796">1197 4125 8355,'-19'12'39,"0"-1"0,11 0 0,0 0 386,6 0 1,3-1 0,3-2 0,5-5-1,4-1-481,6-2 0,7-2 0,2 0 0,4-4-596,1-4 0,-2 1 0,6-5-20,-2 6 1,-1-7-1,-1 2 1</inkml:trace>
  <inkml:trace contextRef="#ctx0" brushRef="#br0" timeOffset="13795">1320 3947 7708,'-8'0'-139,"2"1"3080,1 2-2698,1-1 0,9 3 0,3-4 0,2 1 0,1 2 1,1-1-1,3-2 0,3-1 0,0 0-373,1 0 1,0 0 0,2 0 0,-1 0-942,-2 0 1,0 0 0,1 0 261,0 0 0,-5 0 0,2 0 0</inkml:trace>
  <inkml:trace contextRef="#ctx0" brushRef="#br0" timeOffset="14652">2236 3756 9322,'-11'0'1641,"5"-1"0,2-3 0,3-3-1264,1-3 1,0 5-1,0 6 1,0 11-242,0 9 1,-1 8-1,-3 11 1,-2 6-1,-2 5-80,1 6 0,0-2 1,-5 2-1,1-6-166,0-5 1,4 0 0,0-9-1,1-2 1,1-4-869,0-5 1,1-7-959,4-4 1,2-8-964,1-3 2485,4-13 0,9-3 0,1-11 0</inkml:trace>
  <inkml:trace contextRef="#ctx0" brushRef="#br0" timeOffset="15329">2404 4204 8355,'-4'11'-1831,"-1"-1"3082,-1-3 1,3 3-1,-4-2-396,2 2 1,0 1 0,3 0 0,-2 0-607,2 0 1,0-3 0,4-2-186,1-1 1,4-1-1,4-6 1,0-3-1323,0-6 0,0-5-357,1-6 1,4-6-1,1 0 1</inkml:trace>
  <inkml:trace contextRef="#ctx0" brushRef="#br0" timeOffset="15330">2773 3734 8355,'-11'-5'0,"0"-1"674,0 0 0,6-3 1,5 5-1,7 2 0,5 1 1,5 1-1,0 1 0,4 1-457,4 2 1,-1 8 0,2 1 0,-3 2-163,0 1 1,-1 4-1,-1-2 1,-2 5-16,-4 3 1,-7-3 0,-1 5 0,-3-2 11,-1 0 1,-7 4 0,-4-4-68,-6-1 0,0-2 0,-4 0 1,-2-2-10,-1-3 0,-3 2 0,-1-5 0,-1-1 84,1-2 1,2-4-1,1-1 1,4 2 23,3 1 1,4 1 0,3 0 0,5 0-30,1 1 0,7-5 0,4-1-44,5-1 1,4-1 0,8-4-1,4 0 1,3 0-59,0 0 1,6-4 0,2-1 0,2 0-269,2 0 1,4-3 0,2 0 0,0-1-1845,-2 2 0,-3-3 0,-2 4 0</inkml:trace>
  <inkml:trace contextRef="#ctx0" brushRef="#br0">213-1431 9833,'-1'-11'550,"-3"0"0,-2 3 1,-5 2-1,-1 1 1,1 3-1,-1 0 1,-2 2-1,-2 0 1,0 2-330,0 1 0,-3-1 0,3 3-150,-1 0 1,3-3-1,-1 4 1,3 0 0,0-1-21,1 0 1,0 3 0,1-3-97,3 1 0,-2 1 0,4 5 1,0-1-1,-1 0-10,0 0 0,3 2 9,-1 2 1,3-3-1,1 3 1,0-1 0,0-1-1,1 2-80,3-1 0,6-7 0,6-3 0,2-3 15,1-1 1,8 0-1,1 0 1,2 0-1,0 0-58,1 0 0,0 0 226,-1 0 0,-3 5 1,-6 3 25,-2 2 1,-3 2-1,-6 2 1,-3 2-1,-3 1 1,-4 3 600,-4 1 1,-3 2-480,-8-1 0,-3 0 0,-4-1 0,0-1 0,-1-1-242,1 1 1,0 0 0,-1-2-526,1-3 1,5-2 0,2-3-1,2-2-432,2 0 0,5-11 0,3-2 0,7-7-142,7-7 0,5-2 0,7-3 375,-1-2 562,1 3 1,4-10-1,1 5 1</inkml:trace>
  <inkml:trace contextRef="#ctx0" brushRef="#br0">783-1397 9239,'6'-5'0,"-3"-3"0,-6 0 925,-4 0 1,1 3-1,-2 5-572,0 0 0,-6 0 1,-2 0-1,0 0 0,-2 0-165,1 0 1,-3 0-1,-5 1 1,-1 2 0,1 2-1,2 1-51,0 3 0,1 1-117,-1 1 1,2-4-1,3 1 1,3 0 0,2 2-45,2 2 0,5-1 0,2 0 1,3 0-142,1 0 1,1-3 0,3-1 0,5 1-1,4-2-115,6-2 1,2 1-1,3-2 1,2 0-21,4-2 0,2-1 0,1 0 418,1 0 0,-4-4 0,-2 1 0,-2 0 0,-3 3-84,-3 4 0,-8 2 0,-1 6 0,-6 3 683,-4 4 1,-7 2-1,-5 3-285,-6 2 1,-6-1 0,-3 3-1,-2 1-548,-1-1 1,-3 1-1,3 1 1,1-4-609,2-3 1,6-5-1,2-3 1,3-3-2472,5-1 2025,4-4 1,6-12 0,0-8 0</inkml:trace>
  <inkml:trace contextRef="#ctx0" brushRef="#br0">1622-1241 8355,'0'-16'0,"0"4"0,0-5 57,0 1 352,0 9 1,-2-8 0,0 8 459,-2-3 1,0 2 0,4 3-1,0 5-324,0 9 0,2 3 0,0 9 0,2 5-200,-2 6 1,3-1-299,-1 6 1,5-4 0,-3-2 0,1-1 0,1 0 74,1-1 1,0 2 0,1-5 0,-1-3 0,-1-3 0,-1-4 1,4-4-133,0-1 1,1-5-1,-1-2 29,0-3 1,0-7 0,2-7-1,0-8-30,2-7 1,1-6 0,-2-4-84,1-7 0,3 3 1,-3-7-1,-1-2 1,-2-2-218,0-3 0,-2 1 1,-3 4-1,-2 7 1,-1 6-1,-1 9 1,0 6-1,-2 10-1813,-1 8 1,-5 11 1345,-2 12 1,-2 8 114,2 4 1,-3 8-1,3 1 1</inkml:trace>
  <inkml:trace contextRef="#ctx0" brushRef="#br0">2270-1017 8355,'0'6'48,"0"-1"353,0-5 1,4-5 0,1-2 0,0-3-224,0-2 1,0-2 0,-3-1 0,2 0 0,-2 0 0,0 0 258,-2 1 0,-4 2-126,0 1 0,-8-1 1,0 3-1,-1 0 17,-3 1 0,-2 6 0,-5-2 1,-2 4-1,-1 4 21,1 3 1,1 3-1,3 3-228,3 2 1,-2-2-1,4 6 1,-1 1-30,1 1 0,5-1 0,5 1 0,0 2-193,-1 1 0,5-4 0,-1-1 0,6-1 0,4 0-234,3-3 0,6-4 0,4-4-124,5-3 1,0-5 0,5-7 0,1-8 49,1-8 0,0 0 1,0-6-1,-5-1 256,-4-2 0,1 5 0,-9 3 1,-1 5 567,-2 5 0,-4 4 400,-1 4 0,-6 3-518,-1 8 1,-1 2 0,-6 6-253,-2 3 1,0 4 0,0 6-1,2 2 1,0 2 0,-1 0-357,1 0 1,4 2 0,-1-5-373,3-1 1,2-6-1,3-6 1,4-4-1,3-5-2145,4-3 2358,2-6 1,5-11 0,1-8 0</inkml:trace>
  <inkml:trace contextRef="#ctx0" brushRef="#br0">2795-1710 5734,'0'11'906,"-2"4"-288,-6 0 0,1 9 0,-9 3 1,1 4-1,0 3 0,1 2-266,2 2 0,-3 6 1,0 0-1,2-1 1,-1 3-1,1-2 0,1-1 1,2-3-250,0 0 1,5-9 0,1 1-875,3-3 1,1-4 0,0-6-1,0-1-371,0-2 0,0-5 0,1-5 832,3-1 1,2-6 0,6-5 0</inkml:trace>
  <inkml:trace contextRef="#ctx0" brushRef="#br0">2907-1319 8355,'6'1'952,"-2"3"-799,-3 3 0,-2 3 0,-3 3 0,-3 0 438,-3 2 0,3 5 1,-1-1-1,-1 2-119,0 1 0,-3 2 0,2 1 0,2 1-146,0-1 0,5-2 1,-4-2-193,2-2 1,2 1 0,4-5-1,3-3-70,3-3 1,3-4 0,2-6 0,2-3-20,1-4 0,4-4 0,-3-5 0,1-6 0,3 0 1,1-2-404,1-1 1,-3 2-105,0-2 1,-2-1 0,2 1-177,-4 1 0,-7 5 0,-1 3 0,-2 0-2292,-3 4 2204,-1 0 0,-6 2 0,-1 0 0</inkml:trace>
  <inkml:trace contextRef="#ctx0" brushRef="#br0">3276-1118 8355,'6'-5'567,"1"4"0,-5-4 0,3 1-262,1 1 0,2-5 0,3 3 0,0 0 0,0-1-6,0 0 1,4-2 0,1-4 0,1-2-54,-1-1 0,2-1 0,-3 2 0,-1 0-144,-2 0 1,-2 1 0,-2 2 0,-5 0-4,-1 0 0,-2 3 0,-2 2-5,-1 1 0,-5 2 0,-7 3 1,-3 0 96,-3 0 0,-3 6 0,-1 4 1,-1 3-2,1 1 0,2 3 1,0 2-11,1 2 1,1 2 0,1-1 0,3 0 0,0 1-1,4-1-47,0 0 0,7 2 0,2 0 0,3-1-453,1-2 0,1-2 0,4 0 0,5-5-212,4-1 0,6-3 0,0-3 1,3-3-1,6-3-1184,3-1 1,-4-2 683,5-6 1,-2 1 0,3-9 630,-1 0 0,1-2 0,-1-4 1</inkml:trace>
  <inkml:trace contextRef="#ctx0" brushRef="#br0">3891-1341 8355,'11'0'-1480,"-6"0"2133,-5 0 0,-6 0 1,-8 0-1,-1 1 1,0 1-1,-1 3 1,-2 0-1,-3 1 99,-2 1 0,-3 1 0,0 6-694,1 1 0,-3 5 1,0-3-1,2 1 1,4-2-29,1 0 1,5-4-1,1 3 1,4-2-140,3-2 0,3 0 1,5 0-1,1-1 12,3-2 1,6-3-1,6-5 1,3 0-1,3-2-381,3-1 0,5-2 310,-4-3 0,1-1 1,-2 6-1,0 0 257,-4 2 1,0 1 0,-6 0 0,-1 1 23,-2 3 1,-6 6 0,-3 6 0,-6 3 0,-5 3 0,-7 3-1,-8 1 1,-4 1 0,-3 3 0,-1 2 0,-2 1 0,-3-3 0,0-4-1769,1-3 0,1-5 399,1-4 1,-6 4-1,-1-1 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8:26.725"/>
    </inkml:context>
    <inkml:brush xml:id="br0">
      <inkml:brushProperty name="width" value="0.04536" units="cm"/>
      <inkml:brushProperty name="height" value="0.04536" units="cm"/>
      <inkml:brushProperty name="color" value="#1F80FE"/>
    </inkml:brush>
  </inkml:definitions>
  <inkml:trace contextRef="#ctx0" brushRef="#br0">448 1 7819,'-6'5'0,"1"3"0,1 7 0,0 9 0,2 7 0,1 8 0,1 4 0,0 7 0,0 3 0,0 5 7,0 6 1,0 2-4,0 12 1,0 5-1,0 14 1,0-44-1,0 2 1,0 3-1,0 1 1,-1 4-1,0 2 1,0 2 0,0 1-1,-1 6 1,-1 1-1,0 4 1,0 0 40,-1 2 1,-1 1 0,0 7-1,0 2 1,-1-1 0,0 0-1,-1 1 1,0-1-201,0 2 0,-1 1 0,2-25 1,-1 0-1,0 0 0,1 0 1,1 0-1,-1 0 0,0-1 1,0 0-1,-1-1 204,-2 30 0,0-1 1,0 4-1,-1-2 1,-1-5-1,0-1 1,-1 2-1,1-1-14,0-2 0,0 1 0,0 7 0,1-1 0,0-8 0,0-2 41,0 2 1,1 0 0,1 1 0,-1 1 0,-1 3 0,1 2 0,1 1 0,0 1 0,1-2 0,-1-1-86,1-2 0,-1 0 0,1 3 1,1 0-1,1-8 0,1-1 1,1 1-1,0 0-62,0-1 0,1-1 0,-2-2 0,0-2 1,2-4-1,1-2 0,-1 0 0,1 0-19,0-1 0,1-1 1,2-2-1,1 0 0,0 3 1,1-1-1,1-2 0,1 0-3,2-3 0,-1 0 0,0 0 1,0 0-1,2-4 0,1-1 1,-1 0-1,0 0 8,0-2 0,0-1 1,1-2-1,0 0 0,-2-4 1,0-1-1,0-2 1,0-1-502,8 43 1,3-6 585,-4-10 0,2-2 0,-3-12 0,-3-2 0,-1-2 0,-3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8:36.564"/>
    </inkml:context>
    <inkml:brush xml:id="br0">
      <inkml:brushProperty name="width" value="0.04536" units="cm"/>
      <inkml:brushProperty name="height" value="0.04536" units="cm"/>
      <inkml:brushProperty name="color" value="#1F80FE"/>
    </inkml:brush>
  </inkml:definitions>
  <inkml:trace contextRef="#ctx0" brushRef="#br0">12 145 8442,'0'-11'0,"0"0"0,0 0 0,0 0 0,0 0 559,0-1 0,0 5-175,0-1 1,-1 6-1,-2-1 1,0 6-33,0 4 0,2 5 1,1 2-220,0 5 1,4 2-1,1 2 1,0-1-1,0 0 57,-3 1 0,3 3 0,0 0-105,1-1 1,-3 0 0,0-1 0,0 2-40,1-1 1,-3-1-1,3-2 1,-3-1-81,-1-2 1,0 1 0,0-5-371,0-2 280,5 0 0,1-9 0,5-7 1,2-9-164,2-8 0,-2-1 0,5-9 0,-1-1 0,-1 0 19,0 1 1,3-1-1,-4 4 184,-1-2 0,-2 8 0,-2 0-56,-3 3 1,0 7 451,-4 4 0,-2 10-120,3 5 0,-3-1 0,-1 7 1,0 0-59,0-2 1,4 4 0,1-1 0,0-1-135,0-2 1,4-4 0,-2-1 1,3 2 1,1-4 0,1-1 0,0-3 52,3-1 1,-1-9-1,3-3 1,0-4 0,-1-4-1,2-1-248,-1-2 1,-3-3 0,1-1-255,-3-2 0,-4 4 0,-1-1 1,1 1-525,-2-1 0,0 6 373,-2-2 0,-3 7 0,4-1 1</inkml:trace>
  <inkml:trace contextRef="#ctx0" brushRef="#br0" timeOffset="520">705 302 8355,'-6'5'-391,"-4"1"0,9 2 1,-3-1 639,3 2 1,2 1 0,3 0 0,3-3 0,5-2-34,2 0 1,0-4-143,5 3 1,-1-4 0,5-4 0,-1-4 0,0-5 0,1-2-106,-1 2 1,-4-5-1,-4 1-4,-1-1 1,-3 2-1,-3 5 149,-3 0 1,-4 1 0,-4 1 0,-3 3 0,-4 1-1,-4 3 247,-4 0 0,-3 2-185,-4 0 1,2 2-1,-3 0 1,1 3 0,0 1-1,1 3 186,1 1 1,5 6 0,2 1-180,1 1 1,-3 7-1,4-3 1,2 3-1,2 1-128,3 0 1,2 4 0,3-4-277,0-1 0,0-5 0,7-3 0,3-1-29,3-2 0,6-7 1,3-3-1,3-3-695,5-1 1,1-8 0,7-5 0,1-4-122,1-7 1,0-1 1006,-3-8 1,0 2-1,-1-8 1</inkml:trace>
  <inkml:trace contextRef="#ctx0" brushRef="#br0" timeOffset="976">1130-67 9546,'-5'11'0,"-1"2"0,-2 3 0,1 5 0,0 5 0,-1 3 0,1 2 0,-2 2 0,-1 4 0,-1 4 0,0 3 318,-1 1 1,1 3-1,1 0 1,2 0 0,1-4-1,3-3-768,1-3 0,2-9 1,1-4-1,0-5 0,1-6 1,3-5-1,3-6 0,3-4 1,1-8-1,2-9-776,2-10 1226,2-4 0,5-11 0,1-3 0</inkml:trace>
  <inkml:trace contextRef="#ctx0" brushRef="#br0" timeOffset="977">1309-11 8355,'5'-6'-2621,"-5"2"2745,0 8 0,-5 6 0,-5 7 0,1 3 292,2 3 1,-1 6 0,-3-2-397,0 2 1,4 0-1,-1 3 1,1 0-1,-1 3-675,1 0 0,4-3 520,0 2 1,1-8-1,2 6 1</inkml:trace>
  <inkml:trace contextRef="#ctx0" brushRef="#br0" timeOffset="1645">2103-33 7759,'6'0'450,"-1"0"1,-5 2 0,0 4 0,0 7 0,0 3 133,0 4 0,-1 3 0,-3 6 0,-2 4-266,0 2 1,-8 7 0,3 1-1,-3 0-147,-2 4 1,3-2 0,-3 2-140,0-5 0,4-3 0,-2-7 0,4-2-101,3-4 0,0-7-23,0-4 1,2-9-253,5-6 1,5-14 0,4-11 0,4-6-1,6-7-126,2-4 1,1-4 0,1-3 0,0-3 0,2-1 55,1 0 1,-3 4 0,-6 7 178,-1 4 0,-1 3 0,-4 12 620,1 2 22,-1 6 0,-5 9 1,-2 9-1,-3 7 125,-1 5 1,-1 4 0,-3 6 0,-2 2-169,-1 2 1,-2-3-1,2 2 1,0 1-1,-1-2-136,0 0 1,3 3 0,0-4-288,0-1 0,4-2 1,-3-4-1,3-1-186,1-2 1,0-5 0,1-5-171,3-1 1,2-2-1,5-8 110,0-6 0,5-10 1,3-9-1,2-4 0,3-3 34,2-4 0,-6 2 1,2 2-1,-1 4 228,0 3 0,-3 4 1,-3 7-1,-3 5 348,-1 6 0,0 3 1,0 5-279,1 0 1,-6 1-1,-2 3 1,-3 4 393,-1 6 1,0 4-1,0 5-454,0 3 1,-5 2 0,-3 3 0,-2-2 0,-1 2 0,1 1 0,2-3 0,1-1 0,2-4 0,3 0 0,1-4 0,1-3 0,1-3-1403,3-2 0,2 0 0,5-1 1</inkml:trace>
  <inkml:trace contextRef="#ctx0" brushRef="#br0" timeOffset="2065">2651 268 8355,'-5'7'697,"3"3"0,-8-4 0,3 5 0,-3 0-406,-1 0 0,3 2 1,1 0-1,-1 4 0,2 0-197,3 3 0,-2 1 0,1 1-394,1 1 1,2-6-1,1-1 1,0-1-146,0 0 0,5-4 0,3-5 0,3-2-440,4-5 0,-3-5 0,3-9-248,-3-4 1037,0-2 1,4-11 0,1-3 0</inkml:trace>
  <inkml:trace contextRef="#ctx0" brushRef="#br0" timeOffset="2066">2729-78 8355,'0'-11'-2130,"-5"4"2293,-3 4 1,-2 1 0,-1 2 4,0 0 1,4 5 0,0 3 0,1 2-584,0 1 1,4 5 0,-3 2 0</inkml:trace>
  <inkml:trace contextRef="#ctx0" brushRef="#br0" timeOffset="2654">2997 324 8355,'1'-6'433,"3"2"1,-3 4 0,4 3-139,0 1 1,-4 4-1,4 0 1,-1 2 157,0 1 1,0 1 0,-6 3 0,-1 4-205,-5 2 1,-3 1 0,-4 1-1,-4-1 1,-2 0-179,-1 1 0,0-2 1,-1-1-1,2-3 93,3-1 0,-4-1 1,4-5-462,-3-2 0,2 0 0,2-4 0,1-2-891,2 0 1,6-4 0,5-1-465,1-5 0,4-3 1429,1-4 0,9-7 0,5-7 1</inkml:trace>
  <inkml:trace contextRef="#ctx0" brushRef="#br0" timeOffset="2655">2908 224 8355,'-4'7'-289,"0"1"1,-3-1 959,3 4 0,0 2-291,4 2 1,0 2-26,0 5 1,0 2-233,0 2 0,0-1 0,0 5 1,0-1-1,0 0 0,0-2 0,0-2-274,0-2 0,5 1 0,3-6 0,2-2-240,1-5 1,0-1 0,1-6 0,3-2-499,4-1 0,2-10 0,1-4 1</inkml:trace>
  <inkml:trace contextRef="#ctx0" brushRef="#br0" timeOffset="3071">3210 324 8355,'-8'0'114,"1"0"1,4 2-230,-1 1 1,3 3 0,2 4 318,3-2 0,2 2 0,6-4 124,-1 0 1,1 0 0,2-3 0,2 1-84,1-2 1,-2-1 0,3-1 0,-1 0-115,0 0 0,1-1 0,0-3-141,-3-3 0,1-2 1,-1 1-1,-1 0-82,-2-1 0,0-1 0,-2-1 0,-3 0 24,-3 0 0,-4 0 1,-5 1 66,-6 2 1,-2 3-1,-5 5 1,-2 0 126,-1 0 1,-6 2 0,1 1-1,2 5 1,0 3 503,2 4 0,-1 1 0,1 4-466,0-1 0,4-1 1,3 5-1,3 0-130,1 3 0,3-2 0,2 2 0,1-2-66,2-2 0,3-3 1,4-2-593,4-1 1,7-1 0,3-5 0,5-3 0,3-3-1000,3-3 1,1-2 1107,4-3 1,-3-2-1,7-5 1</inkml:trace>
  <inkml:trace contextRef="#ctx0" brushRef="#br0" timeOffset="3515">3925-45 8355,'-7'0'971,"0"2"-690,2 1 0,-3 4 0,0 5 1,-2 3-1,-1 3 0,0 4 1,0 1-1,0 2 163,-1 1 0,1 5 0,0 0 1,0 4-1,0 5-151,-1 3 1,3-5-305,1 3 0,-1-5 0,6-4 0,0-1-102,2-1 0,1-9 0,0 0 0,1-4-450,3-3 1,2-7 0,5-3 7,0-3 1,-3-6 0,-2-2 172,-1-3 0,3-2 0,-5-2 0,0-1 0,-3 0 154,-4-1 1,-2 4 0,-7-3 350,-1 2 0,0 3 0,-4 2 0,1 1 460,0 2 0,2 2 0,-3 3 0,1 0-92,0 0 1,3 1 0,-1 3-1,4 3-245,3 3 1,-2 2 0,4 2 0,0 1 0,2 0-87,3 1 0,1-2-156,0 4 0,0-4 0,1 2 1,3-2-570,4-3 1,1 3 0,4-7 0,1 2 0,2-2-874,1-3 0,7 2 0,4 0 0</inkml:trace>
  <inkml:trace contextRef="#ctx0" brushRef="#br0" timeOffset="3989">4741 112 8355,'-7'0'508,"-1"0"-148,0 0 1,1 0 208,0 0 1,3 5-222,-3 2 1,0 8-1,0 4-169,3 2 0,-1 5 1,0 1-1,0 3 0,0 2 1,2 3 6,-2 1 1,2-3-45,-4 4 0,4-4 1,-2-3-1,2-4-419,-1-2 1,0-3 0,4-2-834,0-4 1,0-7 0,1-2 239,3-1 1,-1-10-1,4-8-249,2-7 1077,1 0 0,6-17 0,1 2 1</inkml:trace>
  <inkml:trace contextRef="#ctx0" brushRef="#br0" timeOffset="4985">4573 604 9123,'18'0'54,"3"0"1,-2-1 0,2-2 0,1-2-1,2 0 1,0-1 0,4 0 0,-1-3-1,2-1 146,-1-1 1,2 0-783,4 0-343,-6-1 0,4 1 0,-3 0 0</inkml:trace>
  <inkml:trace contextRef="#ctx0" brushRef="#br0" timeOffset="4984">4752 212 8355,'-17'8'309,"2"-1"1,3-4-1,0 2 103,1 0 0,6 0 1,5 2-173,6-3 0,6-3 0,1-1 0,5 0-22,3 0 0,0 0 0,9 0-200,1 0 0,0-4 0,0 1 1,-1-1-1,0 0-572,-2 1 0,-4-1 0,-7 5 0,-2 3 0,-5 5-377,-5 4 1,-4 5 0,-1 4 0</inkml:trace>
  <inkml:trace contextRef="#ctx0" brushRef="#br0" timeOffset="4983">4741-11 8355,'0'-11'4800,"0"5"-4582,0 1 1,1 5 0,3 0-1,4 0-197,1 0 1,3 0 0,-1 1 0,1 1-432,3 2 0,-1 1 1,4-3-245,2 2 0,1 4 1,2-3-1,-1 1 1,1 1-2090,-1-1 2457,0 4 1,1 2-1,-1 5 1</inkml:trace>
  <inkml:trace contextRef="#ctx0" brushRef="#br0" timeOffset="4986">5177 324 10444,'0'11'440,"0"1"0,-1 0 1,-2 3-206,0 4 1,-1 2 0,4 2-1,0 2 1,0 1 10,0-1 1,0-1 0,0-2 0,0-1-129,0-2 0,4-3 0,1-5 0,1-1 10,3-2 0,0-4 1,3-4-47,-1 0 0,0-6 1,1-5-1,2-6 1,1-4-115,-1-2 0,-2-4-80,-1-3 1,0 2-1,1-1 1,-1 2-238,0 2 0,-1 1 0,-1 3 0,-3 2-1226,-1 5 0,0 2 18,-2 5 844,-1 2 0,3 5 0,-5 0 0</inkml:trace>
  <inkml:trace contextRef="#ctx0" brushRef="#br0" timeOffset="6017">5703 526 8355,'0'-12'-909,"3"1"1,2 0 1235,1 0 0,2-2 0,2-2 1,-1-2 77,-2 0 1,-3-3 0,2 4-1,-1 0-141,-3-1 0,0-1 0,-2 3 0,-2 0 189,-1-1 1,-4 3 0,-4 0 0,-1 3-147,-3 2 0,1 6 1,-4-2-1,-2 5-155,-1 7 0,-2-1 0,0 9 0,-2 2-39,-1 4 0,0 0 0,3 6 0,1-2-12,0 0 1,0 5 0,4-2 0,3-1-242,3-2 1,2-2-1,2-3 1,4-2-1,4-4-386,4-3 1,4-6 0,6-2 308,5-3 0,2-2 1,3-3-1,2-5-392,4-4 0,1-8 0,0-7 1,-1 1-1,-2 0 383,-3 2 0,1-1 0,-8 2 1,-2 4-1,-4 4 737,-3 6-147,-7-1 0,2 11 51,-8 0 1,-2 6 0,-5 9 0,0 3-340,0-1 0,-2 4 0,-1-2 0,0 2-284,0 1 1,3 1 0,3-2-1,3-1 1,2-3-849,-1-1 0,1-2-176,7-7 1028,2-2 1,10-5 0,2 0 0</inkml:trace>
  <inkml:trace contextRef="#ctx0" brushRef="#br0" timeOffset="6018">6150-123 8355,'-18'10'109,"2"2"0,1 11 0,-1 0-383,-1 4 0,2 1 591,-4 6 0,4 0 0,-3 4 0,-2 3 0,-1 2 0,-2 3 0,2 0-50,3-1 0,-2 4 0,6-6-563,4-1 0,0-9 1,6 1-1,2-4 1,1-4-282,1-4 1,5-8 0,2-3 0,3-6 166,1-4 1,5-11 0,2-2 0</inkml:trace>
  <inkml:trace contextRef="#ctx0" brushRef="#br0" timeOffset="6019">6284 280 8355,'6'0'439,"0"0"122,-2 0-58,-3 5 1,7-4 186,-8 3 0,1-3-538,-8-1 1,-2 1 0,-6 3 0,-4 2-28,-2 0 1,-1 4 0,-1-1 0,0 4-46,-3 6 0,-3-2 0,-4 2 0,-1 1 71,1 1 1,3 1 0,1 1-112,2-1 1,5-4 0,5-4 0,4-1 0,4-2-79,3 0 0,3-5 0,7-1 0,5-1 0,4 0-166,6-2 0,7-2 1,4-2-1,1-2 1,0 2 91,-1 0 1,-5 2 0,0 0 0,-4 2 0,-5 1 0,-3 5 0,-4 3 0,-4 4 0,-7 4 0,-8 2 0,-9 2 0,-6 2 0,-5 1 0,-3-1-4224,-4-1 4084,2-12 0,-19 8 0,2-8 1</inkml:trace>
  <inkml:trace contextRef="#ctx0" brushRef="#br0" timeOffset="16439">-659 2784 8355,'-16'-10'741,"-2"2"0,-5 2 0,-2 4 41,-1-2 1,-1 1 0,2 7-506,-1 4 0,0 2 1,4 2-1,-1 2-102,1 1 0,3 6 1,2 0-1,-1 4 1,2 1-144,0 1 1,1 2 0,5 5 0,3 1-175,3-1 1,3 2 0,1-8-158,0 1 1,6-2 0,5-6 0,5-2 0,3-4-584,0-3 0,-1-5 0,6-4 0,1-3-85,1-3 1,0-9-1,-4-5 1</inkml:trace>
  <inkml:trace contextRef="#ctx0" brushRef="#br0" timeOffset="16106">-860 2348 8355,'5'-11'730,"1"-1"0,2 1 352,-1 0 1,-1 6-678,2 5 1,-2 6-1,-3 9 1,0 5-1,0 5 1,-2 5-1,-1 3-81,0 5 1,1-4 0,2 5 0,0-1 0,1 2-1,0 2 1,1 1 0,0 0-217,0-1 1,2 1 0,-2 1 0,1 1 0,2-2-664,-2-2 1,4 2 0,-4-6-1,2-2-1098,-1-4 0,-1-5-496,2-8 1,2-1 1546,-3-6 1,3-5 0,1-1 0</inkml:trace>
  <inkml:trace contextRef="#ctx0" brushRef="#br0" timeOffset="16938">-111 2728 10148,'-4'7'738,"1"1"-738,-1-6-534,4 8 1,1-7-1,4 3 1,6-1 0,8-1 172,6 1 0,8-4 1,8 3-1,4-4 100,4-4 1,1-7-1,6-7 1</inkml:trace>
  <inkml:trace contextRef="#ctx0" brushRef="#br0" timeOffset="16676">-77 2538 10299,'-11'0'432,"4"0"0,7 4-426,8-1 0,2 2 1,2-2-1,3 0 1,4 1-1,2 0-160,1 0 1,1 3-466,-1-3 1,1 0-1,2-3 181,1 3 1,-1-3-1,-5 2-60,-1-1 0,-6-2 0,4 0 1</inkml:trace>
  <inkml:trace contextRef="#ctx0" brushRef="#br0" timeOffset="20127">1018 2728 8355,'0'11'1994,"0"0"253,0-5-1989,0-1 1,4-10-1,1-3 1,1-5-183,3-2 0,0-1 0,-1 1 1,0-3-1,-1-2 17,-1 1 0,3-2 1,-5 4-1,-2-2-151,0 0 0,-2 5 1,-2-4-1,-1 1 101,-5-1 0,-7 5 1,-5-2-1,-3 4 114,-3 3 1,-5 3-1,1 6-78,-2 3 1,-6 4-1,2 7 1,1 6 8,1 7 0,5 0 0,-6 9 0,2 4 0,3 4 182,1 3 0,3 9-203,4-1 0,8 2 0,4-4 0,4-4 0,6-8 0,5-6-146,6-8 0,14-8 0,5-6 0,8-7 58,6-7 0,4-11 1,1-11-1,-1-8-85,2-6 1,-10 1-1,-2-3 1,-7 0-491,-3 1 1,-4 4-1,-6 5-373,-7 5 0,-1-1 0,-6 9 1,-2 1-1800,-1 2 2389,-6 6 1,-1-4 0,-5 4 0</inkml:trace>
  <inkml:trace contextRef="#ctx0" brushRef="#br0" timeOffset="20343">1298 2963 9183,'-1'11'0,"-3"0"0,-4 1 0,-2 3 705,-1 4 0,4 3 1,-2 4-1,-2 4-462,-3 3 0,-4 0 0,1 1 1,0-1-1,-2 1 0,1-2 1,-1-2-433,-1-4 0,3-3 1,0-1-1,0-4-2820,4-3 1956,0-7 1,7-8 0,1-7 0</inkml:trace>
  <inkml:trace contextRef="#ctx0" brushRef="#br0" timeOffset="20765">1846 2851 8355,'5'6'68,"-3"-1"105,6-5 1,-1-5-1,5-4 1,2-4 74,1-6 1,1-3 0,-2-3 0,1-1 60,-2 1 1,-1 0-1,-4 0 1,-2-1-1,-1 3 173,-2 3 0,-3 0-219,-4 5 0,-2-4 0,-6 4 0,-3 2 1,-4 2-1,-2 3 144,-1 4 1,-1 3 0,0 2 0,-1 3-213,2 4 0,-7 6 1,7 6-1,-2 5-76,0 5 1,3 2 0,3 1-13,3-4 1,4 4 0,2-5 0,3 2 0,1-1-118,2-2 1,3-2 0,4-5 0,3-3-268,3-1 1,3-2 0,2-5 0,3-3-315,3-1 0,2-2 1,-1-4-1,1-2-194,-1-5 0,4 1-891,0-5 0,5 4 0,-2-8 1</inkml:trace>
  <inkml:trace contextRef="#ctx0" brushRef="#br0" timeOffset="21097">2136 3030 9862,'-1'10'0,"-1"0"0,-2 0 0,0 2 0,0 0 896,1 1 0,-1-1 0,4 2 0,0 2-434,0 1 0,-4 2 0,-1 2 0,-1-1-47,-3-1 1,-1 1 0,-2 4 0,-3 3-325,-4-3 1,2 1 0,-2 0 0,0 1-1105,-3-1 0,0 0 0,0-2 0,1 1-1211,2-3 1,4-6 1450,8 0 0,-3-3 0,3 0 1</inkml:trace>
  <inkml:trace contextRef="#ctx0" brushRef="#br0" timeOffset="21779">2919 2817 8355,'-11'2'479,"-1"0"461,1 2 1,5 4 427,2 0 1,4 2-1,5 0-1012,7-3 1,0-1 0,7-3 0,0 1-161,3-2 1,4-1 0,1 1 0,0 0-165,1 2 1,0 0-1,-4-4 1,-3 0-455,0 0 1,-9 3-1,0 1-533,-2-1 0,-4 1 0,0 1-3458,-1 2 3691,-1-5 0,-4 3 0,0-5 1</inkml:trace>
  <inkml:trace contextRef="#ctx0" brushRef="#br0" timeOffset="22196">3679 3086 8027,'11'-5'0,"0"-3"-29,1-2 1,0-3 884,3-6-526,-3 0 1,4-9-9,-4 2 0,1 1 0,0-4 1,-3 2 92,0 2 0,-5-2 1,-2 1-1,-1 1-94,-2 1 1,-3 2 0,-3 0 0,-7 0-7,-3 4 0,-2 2 0,-6 6 65,-2 2 1,-3 5-1,-4 6 1,-1 6-126,1 5 0,3 4 1,0 7-1,0 4-143,2 3 0,0 0 0,6 8 0,0 1 0,1 0 19,2 1 1,0-1-1,8-9 1,5 0-123,3-3 1,3-5 0,2 0 0,1-6-230,5-2 0,3-2 1,4-7-1,5-3-220,5-3 1,3-1-1,6-2 1,-2-4-378,-2-5 0,5-3 0,-4 1 0,0 0-2888,1-2 2956,-5 0 1,6-1 0,-5-2 0</inkml:trace>
  <inkml:trace contextRef="#ctx0" brushRef="#br0" timeOffset="22497">3824 3197 8355,'-5'7'2677,"4"3"-2135,-3-3 0,-1 3 1,2 1-1,0 0-178,2 1 0,1-1 0,0 0-446,0 0 0,0-3-1453,0-1 0,0-6 203,0-1 1,10-5 0,2-6 0</inkml:trace>
  <inkml:trace contextRef="#ctx0" brushRef="#br0" timeOffset="24399">4350 2672 8985,'-1'-6'1430,"-3"2"0,3 4 0,-4 4-1181,0 3 1,-2 3-1,-2 1 1,0 1-89,1-1 0,5 4 0,-5 0 0,1-1-16,1 3 1,-4 0-1,2 4-30,-2-2 1,3 2-1,1-3 1,-1 4-1,2-1 184,0-3 0,2 0-221,3-3 1,0-3 0,1 2 0,3-6-147,3-4 0,4-3 0,3-1-86,1 0 1,5-1 0,-2-3 0,3-4-358,2-6 0,0 0 0,2-4-32,1-2 1,4 2-1,-3 0 1,1-1 0,-1 1-1,-2 0-534,-1 2 1,-7 1-1,-2 4 490,-3 0 0,-4 0 1,-2-1 461,-1 1 0,-1 0 0,-4 0 0,-2 0 168,-1 0 1,0 1 149,-4 2 0,3-2 0,-3 3 0,-2-2 1985,-1 2 0,3 3-1724,-1 8 0,4-2 0,-2 6 0,0 0 0,1 2 230,0 1 1,-4 6-1,2 2-426,-3 6 0,-1 0 0,0 6 0,-1 3-130,1 2 0,0 5 0,0-3 0,0 1-222,-1-1 0,5 3 0,1-4 0,0-1-125,-1-1 0,5-2 1,-2-4-1,3-3-868,1-2 0,1-3 0,2-2 0,0-3 1,1-2-1204,1-3 1759,-4 2 1,4-6 0,-5 4 0</inkml:trace>
  <inkml:trace contextRef="#ctx0" brushRef="#br0" timeOffset="25164">5334 2627 8355,'6'-5'203,"-1"3"0,-4-6 1,2 0 1578,0-2 0,1-1-1378,-4-1 1,-1 6-1,-3 1 1,-3 1 0,-3 1-132,-2 0 0,-2 2 0,-3 1-140,0 0 0,-5 5 1,-6 2-1,0 5 1,-2 1-1,0 3-27,0 2 1,-3 0-160,-4 5 1,-1 3 0,6 1-1,1 1-17,1-1 1,6-1 0,2-5 0,7-1-60,7-1 1,-1-6 0,6 2-1,5-4 1,5-3 0,7-3 0,4-2-1,5 1 1,3-1 0,5-2 0,4-1-426,2 0 1,-4 0-1,-4 1 1,-2 3 949,-2 3 0,-2 5 0,-6 2 0,-6 5-318,-6 2 1,-5 3 0,-5 1 0,-6 2 274,-6 2 1,-7 0 0,-5 5 0,-5-1-201,-5 1 0,2-4 0,-3-2 0,3-2 0,3-3 0,4-5-1151,3-1 0,-1-3 1,4-4-520,3-2 0,7-2 331,3-2 0,0-3 0,5 4 1</inkml:trace>
  <inkml:trace contextRef="#ctx0" brushRef="#br0" timeOffset="25816">5568 3421 8355,'-11'0'926,"5"0"0,1 1 1,5 3-1,0 3 1,0 3-1,0 3 1,-1 2-564,-3 3 1,2 5-1,-7 3 1,-4 2-313,-4 1 0,0 3 0,-2-3 0,-1 1 0,-1-2 0,-1 0-835,-1-4 0,6-5 86,2-4 1,3-4 0,0-3-1,3-6-929,1-4 0,3-15 0,5-6 0</inkml:trace>
  <inkml:trace contextRef="#ctx0" brushRef="#br0" timeOffset="26113">6038 2996 8355,'-11'0'1746,"0"0"-1106,4 0 1,7 0 0,8 0-1,2 0-235,1 0 0,1-4 1,3 1-237,4 0 1,2 2 0,1 0 0,2-2 0,1 0-91,1 0 1,4 2 0,-4 0 0,-1-2-607,-2-1 0,-2 1 0,-2 3 1,-4 0-223,-3 0-866,-5 5 1,2 6 0,-2 6 0</inkml:trace>
  <inkml:trace contextRef="#ctx0" brushRef="#br0" timeOffset="26946">6888 2829 8355,'0'-12'1114,"1"2"-483,3 3 0,-2-2-409,5 6 1,5-5-1,3 3 1,-1 0 0,3 0-1,1 3 1,2 2 0,1 3 207,2 5 1,-4 2-1,8 2 1,-3 2-326,3 1 1,-4 5 0,3-3 0,-3 2 0,-5-1 0,-3 2 0,-4 0 0,-3 0 0,-5-1 0,-1 0 0,-4 1 0,-1 0 158,-5-1 1,-7-1-333,-3 5 0,-5-5 0,-3 1 1,-4 1-1,-2 1 0,-3 1-51,-2 1 0,2-5 0,-2 1 0,4 0 88,3-2 0,-1 3 0,6-5 90,4-1 1,0-2 0,7-1-1,3 0 169,2 0 0,7 1-247,-2-1 0,8-4 1,4 0 35,6-3 1,3 0-1,6-4 1,0-1 22,3-3 1,3 2-1,4-6 1,1 1-181,0 1 1,-2-3 0,-2 4-1,-4 0 1,-3 0-679,0 3 0,-6 0 1,-2 2-1,-3 0-2533,0 0 2632,-1 0 0,0-5 0,0-1 1</inkml:trace>
  <inkml:trace contextRef="#ctx0" brushRef="#br0" timeOffset="27278">7357 3399 9280,'0'11'678,"0"0"0,0 4 0,-1 0 1,-2-1-1,0-2 0,0-1-2122,2 0-613,1-5 0,0-1 0</inkml:trace>
  <inkml:trace contextRef="#ctx0" brushRef="#br0" timeOffset="27707">8050 2840 8355,'0'11'379,"-3"1"99,-1 3 1,-4-1 0,3 4 75,-1 2 1,-1 3 0,-3 2 0,1 1-112,2-2 0,0 1 1,-1 0-1,0 3-304,0 0 0,-2 2 1,-2 3-1,1 1 1,0-2-77,0-2 0,0 1 0,1-6 0,1-4-329,2-5 1,4-3 122,-1-2 1,3-7-1,2-8 1,2-10 43,1-6 1,8-7 0,-1-4-1,2-4 96,-1-2 1,-2-5 0,-1 1 0,-3-3-36,-1-1 0,-1 4 0,-4 0 104,0-1 0,-2 4 0,-3 0 0,-6 5 144,-6 3 0,-2 4 0,-2 7 0,-2 4 90,-1 3 0,-3 6 0,1 2 0,1 4 0,2 3-123,5 0 0,-2 10 0,5-1 0,1 3-266,2 1 1,4 4 0,2-1 0,1 2 42,3 1 0,0 1 0,4-1 0,1-1-567,5-2 1,3 1-884,4-6 1,6 0 0,6-5 289,2-2 0,6-4 0,4 2 1</inkml:trace>
  <inkml:trace contextRef="#ctx0" brushRef="#br0" timeOffset="28085">8252 2784 8682,'-8'-4'339,"1"0"1,9 1-227,2 3 0,5 1 0,2 1 0,1 3 0,2 2 0,1 2 0,0 4 0,-1 3 571,1 1 0,0-2 1,-4 4-1,1 1-487,-1 1 1,-4 1-1,-1 1 1,-1-1 0,-2 0-41,-2 1 0,-6-2 1,-2-1-1,-4-2-28,-4 2 1,1-4 0,-5 1 0,0-3-35,-3 1 0,1 0 1,1-4-1,3-1 52,1-2 0,1 2 0,4-4 0,1 1-95,2 1 0,3-1 1,5 5-76,0-1 1,3-4 0,3-1 0,7-1 74,3-2 1,7-2 0,7-1-134,2 0 1,3 0-1,2 0 1,4 0-410,3 0 1,3-1 0,-2-2 0,-5 0-1591,-4 0 0,-8 7 0,0 2 0</inkml:trace>
  <inkml:trace contextRef="#ctx0" brushRef="#br0" timeOffset="37720">46 5679 6116,'6'-5'1121,"-2"-2"0,-8-3-634,-4-1 1,-1 5 0,-3 2 0,1 3-1,0 1 1,0 0 0,-2 0 0,0 0-360,-2 0 1,-5 3 0,1 2 0,-2 0 0,0 1-1,1-1 1,2 0 0,-2-1 0,0 0-103,1 0 0,-2 3 0,4-2 0,-1 1 1,3 3 1,-1 0 0,1-1 0,2 0 0,1 2-44,5 3 1,-2 0 0,6 2 0,0-3 29,2-1 1,3 0-207,6 1 1,-1-1 0,9 0-1,1-1 1,1-1 0,5-2 90,3 2 1,-3-1 0,3 1 0,-2-1 148,-2 0 0,1 3 0,-2 3 0,-3 2 161,-3 2 1,-4-3 0,-2 2 0,-3 0 56,-1 1 1,-1-1 0,-4 2-134,0-4 0,-1 1 0,-3 0 0,-3 0-69,-3 0 0,-3 0 0,0-2 1,-4 1-181,0-1 0,0-2 0,-3-2 1,1-1-36,-1-2 1,4-3-1,1 2-943,3-1 1,1-1 0,1-5-1,2-3 174,5-4 1,6-7-1,3-2 1</inkml:trace>
  <inkml:trace contextRef="#ctx0" brushRef="#br0" timeOffset="38311">258 5892 8355,'-1'11'0,"-3"0"0,2 5 0,-6 3 0,4 2-752,-3 1 1184,5 1 0,-5 4 1,5 4-1,-2 4 335,2 2 0,0 2 0,1-3-696,-3 1 1,3 4 0,-3-4 0,3-1 0,1-2-1,0-3 1,0-4 0,0-2-101,0-4 0,0-6 0,0 0 0,-1-4 127,-3-3 0,2-4 1,-6-6-1,1-4-66,1-5 1,-3-12 0,4 0 0,0-5-51,0-3 0,1-10 0,4-5 0,0-3-37,0-5 0,0-7 0,0 0 0,2 6-122,1 2 0,3 7 1,6 8-1,-1 7 243,0 6 0,4 5 0,1 9 0,0 1 1,2 3 164,-1 3 0,2 3-172,3 1 0,0 1 1,-1 3-1,-1 3 244,-1 3 1,-5 1 0,1 0 0,-3 2-89,-1 2 0,-5 2 0,-2 4 1,-4-1-53,-4-1 0,-2 1 0,-6 4 1,-3 4-190,-4 0 1,-3-3-1,-3 1 0,-1-2-254,1-2 0,0-3 1,0-2-419,-1-1 0,0-4 1,4-6-1,1-1 1,2-3 210,4-1 0,4-2 1,4-3-1611,3-3 1683,3-3 1,6-6-1,1-1 1</inkml:trace>
  <inkml:trace contextRef="#ctx0" brushRef="#br0" timeOffset="39483">739 6004 8355,'6'7'-348,"-1"0"1,0 1 1669,2-2-1260,3-1 0,-2-5 1,-1 0-1,1-1 109,-2-3 1,3-2 0,-4-5 0,0 0 0,0-1 0,-3 1 0,-1-1 382,-1-3 0,-1 6 1,-3-2-1,-4 2-288,-6 3 1,0 1 0,-6 5 0,-2 0 4,-3 0 0,-1 5 0,3 2-133,-4 3 0,4 3 0,-3 2 0,3 2 0,3 2-28,2-1 0,4-3 1,-1 3-1,3-2-51,1-2 1,4-2-1,3-1-100,-1 0 1,5-3 0,0-2-226,6-1 1,5-3-1,4-5 1,3-5-1,4-2-387,0-1 0,4-4 0,1 0 0,1 2 522,-1 0 1,3 2 0,-4 0 0,-2 1-217,-5 2 1,-2 4 0,-6 5 562,0 2 0,-5 5 0,-2 6 0,-3 2 1,-1 0 731,0 0 1,-5 3-647,-2-4 0,0 1 0,0-3 0,0 2 1,-1-1-1,2-2-943,1 0 102,1-1 0,5-5 0,3-4-514,4-4 1,5-8 0,3-7 0,2-3 349,2-4 1,6-11 0,2 1 0</inkml:trace>
  <inkml:trace contextRef="#ctx0" brushRef="#br0" timeOffset="39485">907 5813 8355,'-5'-6'1110,"3"1"1,-3 7-919,5 1 1,9 3-1,3 4 1,5-1-62,2-1 0,4-6 0,3 2 0,4-3 0,3-1-676,5 0 0,-2 0 1,3 0 192,0 0 1,2 0-632,-4 0 1,0 5-1,-3 1 1</inkml:trace>
  <inkml:trace contextRef="#ctx0" brushRef="#br0" timeOffset="39484">1197 5456 9080,'6'5'1115,"-1"6"1,-8 6-668,-1 6 1,-5 5 0,1 6-317,-6 5 1,0 10 0,-3 6 0,-1 4-1,2 6 1,0-1 0,2 0 0,3-5-1,4-3 1,3-4 0,3-4-611,1-7 1,5-10-222,2-5 1,-1-8 0,2-4 0,1-5 0,-1-7-877,0-4 984,-3-9 1,-5-12-1,0-5 1</inkml:trace>
  <inkml:trace contextRef="#ctx0" brushRef="#br0" timeOffset="39486">1465 5981 8355,'-4'6'914,"-3"4"0,-4-2 1,1 2-458,3 1 0,1 1 1,3 2-1,-1 2 1,2 1-1,1 2-468,1-1 1,0 3 0,0-4-22,0 0 1,1 3 0,1-5-1711,2-1 1,5-7 0,-2-4 1051,3-6 0,1-13 0,0-7 1</inkml:trace>
  <inkml:trace contextRef="#ctx0" brushRef="#br0" timeOffset="39487">1544 5433 6259,'-15'5'981,"0"3"0,4 2 0,5 1 0,1 0 0,2 1-875,2 3 0,1-2 1,0 3-1,0-1-1570,0 0 0,5 5 0,1-3 1</inkml:trace>
  <inkml:trace contextRef="#ctx0" brushRef="#br0" timeOffset="40010">1857 6082 8355,'11'0'75,"-5"-5"0,4-3 0,-2-5 100,2-2 1,-3 0-1,0 4 1,1-2-1,-2 0 1,-2-2 0,-3 1-1,-1 2 284,0 0 0,-1 1 0,-3 1 0,-5 2-14,-4 0 0,-1 2 0,-5-1 0,0 3-283,-3 3 1,0 1-1,0 1 1,-1 4-1,1 5 1,0 5-1,1 2 1,1 3-1,2 1 1,1 3-1,1 2 897,0 3-944,1-1 0,5 0 0,1-3 0,3 0-155,1-4 1,1-2 0,5-7 0,3 1-378,4-3 0,5-3 1,3 0-1,2-3-48,2-3 1,2-6-1,4-2 1,3-4-127,-1-4 1,3-2-1,-5-6 1,-1 1 391,-1-1 0,-6 1 1,0 1-1,-3 2 100,-5 4 1,0 3 0,-5 1 1426,1 0-817,-4 4 1,-1 7-1,-5 8 1,-3 3-1,0 4-193,1 4 1,-4 2 0,4 1-319,-1 0 0,-1-2 1,3 1-1,0 3 1,0 0-129,2-1 1,-2 0 0,2-2 0,0-1-320,2-2 1,2-4 0,2 1-1,0-3-302,0-1 0,3-4 0,1-4 0,5-1-153,2-2 1,-1-7 0,3-4 679,0-6 1,2-4-1,4-2 1</inkml:trace>
  <inkml:trace contextRef="#ctx0" brushRef="#br0" timeOffset="40511">2382 5579 8592,'-4'-18'173,"1"3"1,-1 7 0,4 3 439,0 3 1,-4 6 0,-1 12 0,0 7 0,-1 7 0,0 6-1,-3 5 1,1 3 928,0 5-1504,-2 2 0,4 5 1,-5-1-1,0 1 0,1-1 1,1-4-152,2-6 1,4-2-1,-1-7 1,3-4-1,1-4-1234,0-5 1,0-5 194,0-3 1,1-8 0,3-3-950,3-3 1788,3-6 1,2-6-1,-1-6 1</inkml:trace>
  <inkml:trace contextRef="#ctx0" brushRef="#br0" timeOffset="42382">3534 6395 8021,'12'0'862,"3"0"0,4-1-699,2-3 1,6-2-1,2-4 1,-1 1-1,0 3 1,-1 0-1,1 1 1,2 0 0,-1 2-479,-2 2 0,3 1-899,-4 0 1,5 5 0,-2 1 0</inkml:trace>
  <inkml:trace contextRef="#ctx0" brushRef="#br0" timeOffset="42381">3601 6004 8355,'-18'13'1114,"4"-2"1,6 3-962,4-7 1,3 0-1,2 0 1,4 1-21,6-2 1,7-1 0,8-5 0,5 0-162,5 0 1,0-1 0,4-3 0,-2-2-159,-2-1 0,3-1 1,-2 4-1,-2 1 1,-4 2-433,-5 1 1,-4 1-315,-3 3 0,-3 7 0,-5 7 1</inkml:trace>
  <inkml:trace contextRef="#ctx0" brushRef="#br0" timeOffset="41693">3713 5758 8355,'0'-12'501,"0"1"0,-2 4 725,-1-1-509,1 6 1,-6 2-1,4 9 1,0 5-1,1 8 1,-1 4-373,1 2 1,-3 3 0,0 7-1,-2 2-306,1 4 0,0 1 1,-3-1-1,1 1 1,3-1-248,1-3 0,0 0 0,2-7 0,0-3-447,0-2 0,2-8 0,1-6-241,0-3 1,1-5-1,3-5 1,3-6-1,3-8-542,1-9 0,1-6 1292,-1-7 1,5-5-1,1 0 1</inkml:trace>
  <inkml:trace contextRef="#ctx0" brushRef="#br0" timeOffset="42380">3746 5657 8355,'0'-11'-606,"0"0"1276,-5 4 0,4 4 0,-2 6 0,6 4 1,4 0-1,5-1 0,2-1 0,5-1 671,2 1-1461,2-4 0,0 4 1,3-5-1,4 0 210,2 0 0,-2 0 0,0 0-959,1 0 0,-4 0 0,-1 0 1,-3 0-778,-5 0 0,1 5 1210,-8 3 1,3 1 0,-8 3 0</inkml:trace>
  <inkml:trace contextRef="#ctx0" brushRef="#br0" timeOffset="42746">4395 5992 9431,'-12'0'237,"6"2"1,2 1 0,3 5-1,0 3 1,-2 4 0,0 3-13,0 4 0,1 5 1,-1 3-1,0 2-25,0 2 1,2 3-1,1-1 1,0-3 21,0-2 1,0-6 0,1 0-1,3-4 1,2-3-79,0-2 0,8-6 0,-3-7 0,1-1 117,1-2 1,3-10 0,3-6 0,2-8-14,1-6 1,1-2 0,-1-4-1,0-3-113,1-2 0,-2-1 0,-1 6 0,-3 0-386,-1 4 0,-1-1 1,-5 7-1,-3 3-687,-3 3 0,1 8-7,-1 4 1,-2 6 0,-4-1-1,-2 6 1,2 4-753,0 3 1247,2 1 1,-5 0-1,-1 1 1</inkml:trace>
  <inkml:trace contextRef="#ctx0" brushRef="#br0" timeOffset="43417">4920 6328 8429,'7'-11'241,"1"-1"0,-2 1 0,3-1-91,-2-3 0,1 1 0,3-4 1,0-1-1,-1 0 0,-1 2 0,-3 0 1,-1 0 337,-3 1 1,0 0 0,-2 2 0,-2 1-132,-1 3 0,-4-1 1,-4 4-1,0 1-185,0 2 1,-5 3 0,-3 2-1,-2 3-93,-1 4 1,-1 5 0,1 3 0,0 2 104,-1 2 1,-2 5 0,2 2-41,2 1 1,2 1-1,0 2 1,4-2-1,4-3 132,4-5 0,2 0-631,5-6 1,1-1-1,4-7 1,5-3 0,5-4-400,2-4 0,2-7 1,5-8 323,2-2 1,-7 2 0,4 1-1,-2-1 1,-1 2 254,-2 2 1,-1 2 0,-6 4 0,0 1 313,0 4 1,-3 3 0,-2 2 107,-1 3 0,-1 6 0,-4 6 0,0 0-108,0 0 0,-2 4 1,0-1-372,-2 2 0,-3 0 1,3-1-1,1-1-440,2 1 0,1-4 0,1-3 0,3-4 128,4-5 1,6-3-1,4-1 1</inkml:trace>
  <inkml:trace contextRef="#ctx0" brushRef="#br0" timeOffset="43418">5468 5601 8355,'-11'11'423,"-1"2"1,1 2 0,-1 3-330,-3 3 1,2 3-1,-1 2 1,0 5-1,0 5 1,-2 4 0,-1 2-1,-2 2 1,0 0-1,1 1 1,-1 0-1,1 1 1,0-2 0,2 0-1,4-4 1,2-2-146,2-2 0,6-2-769,-2-5 0,3-2 1,2-9 108,3-3 0,7-2 0,6-2 0</inkml:trace>
  <inkml:trace contextRef="#ctx0" brushRef="#br0" timeOffset="43806">5803 6104 8355,'1'-11'1232,"3"0"1,-3 0-1,2-1-751,-6 1 0,1 1 0,-6 2-317,0 0 1,-3 6-1,-4-2 1,-4 3-81,-2 1 0,-1 1 0,-2 4 0,-2 6 1,-4 6 25,-2 5 1,2 4-1,0 1 1,0 0-62,2 1 0,4 1 1,7-2-1,2-4-184,5-3 1,4-4 0,6-5-1,1 1-27,3-1 1,3-4-1,8-1 1,2-1-1,2-2 29,0-2 0,-2 3 0,3 0 220,-1-2 1,-6 3-1,2 0-126,-2 1 1,-7 2 0,-2 3 184,-3 0 0,-6 0 0,-4 0 1,-5 2-570,-4 2 0,-5-2 0,-3 5 1,-5-1-1432,-5 0 1,0 1 1086,-5 1 0,-10 2 0,-6-4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8:43.019"/>
    </inkml:context>
    <inkml:brush xml:id="br0">
      <inkml:brushProperty name="width" value="0.04536" units="cm"/>
      <inkml:brushProperty name="height" value="0.04536" units="cm"/>
      <inkml:brushProperty name="color" value="#1F80FE"/>
    </inkml:brush>
  </inkml:definitions>
  <inkml:trace contextRef="#ctx0" brushRef="#br0">1 86 8820,'11'7'0,"1"-4"0,3 0 0,5-1 0,6 2 173,8-1 0,2 2 0,9-2 0,7 1 0,9 0 0,13-1 1,12 0-1,-37-2 0,2-1 128,5 0 1,0 0 0,5 0 0,2 0 0,9 0-1,2-1 1,5-1 0,2 0 0,4-1 0,1-1-195,3-1 1,1 0 0,-22 1 0,1 0 0,0 1-1,1-1 1,-1 0 0,1-1-221,4 0 1,1 0 0,0 0 0,0 1-1,1 0 1,0 0 0,4-1 0,1 0-1,0 0 1,2 1 0,0-1 0,1 2-1,1-1 1,0 1 0,1 0 158,1 0 1,0 0-1,0 1 1,-1 0 0,-1 0-1,1 1 1,-1 1 0,0 0-1,0 0-184,1 0 0,0 0 0,0 0 0,-2 0 0,-1 0 0,1 0 0,1 0 0,1 0 0,0 0 0,-1 0 0,1 0 0,-1 0 0,-2 0 0,0 0 0,-1 0-270,-3 0 0,-1 0 0,0 0 0,-2 0 1,-1 0-1,0 0 0,-3 0 0,-2 0 1,1 0-1,-3 0 0,1 0 0,-2 0 408,31 0 0,-1 0 0,-1-1 0,-1-2 0,0 2 0,1-1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9:08.229"/>
    </inkml:context>
    <inkml:brush xml:id="br0">
      <inkml:brushProperty name="width" value="0.04536" units="cm"/>
      <inkml:brushProperty name="height" value="0.04536" units="cm"/>
      <inkml:brushProperty name="color" value="#1F80FE"/>
    </inkml:brush>
  </inkml:definitions>
  <inkml:trace contextRef="#ctx0" brushRef="#br0">34 1 8355,'-11'0'413,"0"0"79,0 0 1,11 1-1,7 2-70,9 0 1,11 1-496,2-4 0,7 0 0,4 0 0,5 0 0,7 0 0,5 0 0,4 0 0,4 0 84,5 0 0,11 0 1,9 0-1,7 0-6,-46 0 0,2 0 0,7 0 0,0 0 0,0 0 0,1 0-102,1 0 0,3 0 0,6 0 0,3 0 1,3 0-1,2 0 0,5 0 0,1 0 104,6 0 1,1 0 0,-5 0 0,0 0 0,9 1 0,3-1 0,-32 1 0,1 0 0,1 0 0,1 0 0,1 1 0,0 0 26,1 0 1,1 0 0,1 0 0,2 0 0,2 0 0,0 0 0,0 1 0,1 1 0,0-1 0,2 0-1,0 1 1,0-1-209,1 1 0,-1 0 0,2 0 1,6 2-1,2 1 0,-1-1 0,0 0 1,-1 0-1,1 1 318,3 0 0,0 0 1,0 0-1,-6-1 0,-1 0 1,2-1-1,6 1 0,3-1 1,0 0-1,2 0 0,0 0 1,1 0-1,-24-1 1,0 0-1,1 0 0,-1-1-68,1 1 0,0 0 0,0-1 0,0 0 0,3-1 0,0 0 0,1 0 0,-1-1 1,-1 1-1,0-1 0,-1-1 0,1 1 0,2 0 0,-1-1 0,1 0 0,-1 0-51,1 0 1,0 0-1,1 0 1,0 0-1,1 0 1,1 0-1,0 0 1,0-1-1,2 0 1,1 0-1,0 0 1,0-1-1,-1 0 1,0 0 0,0-1-1,0 0-116,-2 0 1,0 0-1,0-1 1,0 0 0,2 1-1,-1-1 1,1 0 0,-1 1-1,-2 0 1,-1 0-1,1 0 1,-1 0 0,1 1-1,-1-1 1,0 0 0,0 0-382,-1 0 0,0 1 0,-1-1 1,0 0-1,-1 0 0,0 1 1,-1-1-1,-1 1 472,22-1 0,-1 1 0,0 0 0,-4 0 0,-1 0 0,-1 1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9:20.821"/>
    </inkml:context>
    <inkml:brush xml:id="br0">
      <inkml:brushProperty name="width" value="0.04536" units="cm"/>
      <inkml:brushProperty name="height" value="0.04536" units="cm"/>
      <inkml:brushProperty name="color" value="#1F80FE"/>
    </inkml:brush>
  </inkml:definitions>
  <inkml:trace contextRef="#ctx0" brushRef="#br0">0 285 8355,'7'-5'0,"-1"3"433,-2-6 1,2 6-14,5-2 1,0 3-278,0 1 1,5 0-1,3 0-123,2 0 0,7 0 0,1 1-67,4 3 1,5-2-1,4 5 1,7-2 211,7-3 0,6-1 0,10-1 0,9 0-90,11 0 1,3 0 0,-41 0-1,1 0 1,4 0 0,1 0-20,2 0 1,1 0-1,3 0 1,2 0-1,6 1 1,1 0-1,2 0 1,0 0 0,2 1-1,1 0-127,2-1 1,0 0-1,6 2 1,2-1-1,3 0 1,1 0-1,4-1 1,1 0 109,0 0 0,2 0 1,-30-1-1,1 0 1,1 0-1,-1 0 1,0 0-1,0 0 1,3-1-1,0 1 1,1-1-91,3 1 0,0-2 0,0 1 1,0-1-1,0 0 0,0 0 0,2-2 1,0 0-1,0-1 0,0 0 0,0 1 1,0-2 95,1 0 1,0 0 0,0 0 0,4-1-1,0 0 1,1-1 0,-4 1 0,1 0-1,-1-1 1,1 1 0,-1-1 0,0 1-81,-1-1 0,-1 1 0,1-1 1,1 1-1,1 0 0,-2-1 1,-1 1-1,-1-1 0,-1 1 0,1-1 1,-1 1-1,-1-1-543,-1 1 0,0-1 0,-1 1 0,0 0 0,-1 0 0,-1 0 578,-6 1 0,-1-1 0,-1 1 0,31-3 0,-1 0 0,-8 1 0,-1 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9:33.541"/>
    </inkml:context>
    <inkml:brush xml:id="br0">
      <inkml:brushProperty name="width" value="0.04536" units="cm"/>
      <inkml:brushProperty name="height" value="0.04536" units="cm"/>
      <inkml:brushProperty name="color" value="#1F80FE"/>
    </inkml:brush>
  </inkml:definitions>
  <inkml:trace contextRef="#ctx0" brushRef="#br0">3836 8116 8355,'-12'0'286,"1"-1"1,1-2 787,3-5-614,2-2 1,5 3 0,0-1 0,0 0 0,1-1 174,3 1 1,-3 10 0,3 10 0,-3 9-680,-1 8 1,0 9-1,-1 7 1,-3 6-118,-3 4 0,0 0 0,0 1 0,-2-2-480,-1-6 1,3 3 0,1-10 0,1-1-483,2 0 0,2-11 0,1 0 0,0-8 812,0-6 0,5-8 0,1-2 0</inkml:trace>
  <inkml:trace contextRef="#ctx0" brushRef="#br0" timeOffset="876">3813 8396 8355,'0'-11'0,"0"0"601,0-1 0,5 1-170,3 0 1,-2 4 0,1-1 0,3-1-86,4 0 1,0 1-1,4 1 1,3-2-284,4-1 1,0-1 0,5-2 0,0 0-261,-2-2 0,7 0 0,-4 3-327,0-3 0,-1 2 0,0-2 0,-4 4 0,-3 2-316,0 2 55,-11 4 0,8-2 0,-8 5 0</inkml:trace>
  <inkml:trace contextRef="#ctx0" brushRef="#br0" timeOffset="877">4059 8284 8355,'-11'11'388,"0"1"1,1-1-1,1 0 1,3 1 360,1 3 0,1-2-545,4 2 1,0 1 0,2 0 0,1 1 189,5 3 1,2-2 0,1 0-1,1 2-368,3 1 0,-1 1 0,4 0 0,1-3-120,-2 0 1,5-4 0,-5 2 0,2 0-1411,-1-4 1,-3 0 304,4-2 1,-6 0-1,4 0 1</inkml:trace>
  <inkml:trace contextRef="#ctx0" brushRef="#br0" timeOffset="879">4518 8497 8355,'-18'11'305,"3"0"-109,8 0 0,2-3 107,5-1 0,2 0 1,4 3-178,6-2 1,6-3 0,1-5-1,2 0-416,1 0 0,6 0 0,0 0 0,2 0-259,0 0 1,-1-4 0,2-1 65,-2-1 1,-4-2 0,3-3 0</inkml:trace>
  <inkml:trace contextRef="#ctx0" brushRef="#br0" timeOffset="878">4506 8295 8355,'2'-10'142,"1"3"1,4 2 0,4 6-1,0 3 1,1 2 0,2 2 0,2-1-1,2 1 1,0-1 0,2-1 0,1-1-923,3-2 0,1-2 625,-3-1 1,0 0 0,-1 0-388,-2 0 0,-3 0 0,-5 0 0</inkml:trace>
  <inkml:trace contextRef="#ctx0" brushRef="#br0" timeOffset="1233">5289 8161 8355,'0'-13'1742,"0"1"-1902,0 2 1,5 5 0,2 2 0,3 3 132,1 3 0,1 0 0,-1 4 1,0 2 263,0 1 0,0 6 0,-1 2 0,-1 0 0,-3 1-19,-1 1 1,-1 1-1,-5 2 1,-4 2 70,-7 1 0,-4 5 0,-7-1 0,-3 3-56,-4 0 1,-2-1 0,-2-1-1,2-2 1,2 0 483,4-1 1,2-4-496,2-2 1,4-1 0,5-6-1,4-1 1,5-2-145,3-1 0,7-4 0,6-4-41,5-1 1,9-2 0,5-2-1,5-3 1,5-5 178,3-3 1,4-11 0,2 2-818,1-2 1,-3 1 0,2 1 0,-4 3-692,-7 0 1,-7 5-1,-8 1 1,-4 4-2036,-5 5 3145,-7-2 0,-8 10 0,-7-3 0</inkml:trace>
  <inkml:trace contextRef="#ctx0" brushRef="#br0" timeOffset="1488">3601 9100 8355,'22'-11'674,"5"-5"1,8 4-1,9-3 1,7 1 0,6 0-1,11-2 1,8-1 57,7-3 0,13 0 0,1 0 0,-46 11 0,2 1-677,0-1 0,1 2 0,3-1 1,0 2-1,-2 2 0,1 0 1,-1 2-1,1 1-75,1 0 1,0 1 0,-5-1 0,0 2 0,2-1-1,1 1-1055,-1 1 0,-1-1 0,46 1-667,-46-1 1,-1 1 0,42 5-1,5-1 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9:38.325"/>
    </inkml:context>
    <inkml:brush xml:id="br0">
      <inkml:brushProperty name="width" value="0.04536" units="cm"/>
      <inkml:brushProperty name="height" value="0.04536" units="cm"/>
      <inkml:brushProperty name="color" value="#ED331F"/>
    </inkml:brush>
    <inkml:brush xml:id="br1">
      <inkml:brushProperty name="width" value="0.04536" units="cm"/>
      <inkml:brushProperty name="height" value="0.04536" units="cm"/>
      <inkml:brushProperty name="color" value="#1F80FE"/>
    </inkml:brush>
  </inkml:definitions>
  <inkml:trace contextRef="#ctx0" brushRef="#br0">884 9402 8355,'-11'0'1742,"0"0"-1888,5 0 0,4-1 0,7-3 0,2-3 0,0-3 0,0-3 0,0 0-186,-2-2 0,0 0 0,-3 4 301,2 0 1,0-1-1,-4 1 299,0 0 1,-4 4 0,-1-1 0,-1 1-1,-3-1-96,-1 1 0,-1 1 0,-2-4 330,-2-2 0,2 6 0,-6-6 0,-2 1 0,-3 2-244,-2-1 0,-5 0 1,2-1-1,-4 1-361,0 2 1,-6 0 0,-2 4-1,-2 2 1,-3 0 0,-1 2-1,-2 0 1,1 0 0,-2-1 0,-2-3-1,-3-3-238,-1-3 386,5-1 0,-3 0 1,1-1-1,-1 1-88,-2 0 1,-4-3 0,-1 2 16,-1 2 0,4 5 1,-3-1-1,0 1 0,-1 2 22,0 2 0,-4 1 1,4 1-1,0 2 9,2 1 1,-1 3 0,2-2 0,-1 1 49,-1 3 0,8 1 1,-2 0-1,6-2-32,5 0 1,-1 3-1,6 4 1,-1 0-14,3 1 0,3 1 1,3 6-1,2 0-103,2 4 1,5 1 0,4 6 0,2-1 16,3 1 0,1 4 0,5 2 0,3 1-184,3 0 0,6 0 0,4 4 158,4-1 1,1 4-1,6-1 1,2-1 78,3 1 1,6 0-1,-1-2 1,2 0-1,2-2 66,-1-2 0,5 1 1,-1-4-54,-1-2 0,7-3 1,2-3-1,1-4 1,0-2 82,-1-2 1,3-3 0,2-2 0,-1-1-30,1-2 0,7-2 1,-1-1-1,3-1-56,1-2 0,1-3 0,5-6 1,0-3 2,2-4 1,7-7 0,-1-3 0,3-3 82,2-2 1,-1 0 0,-1-2-1,0-2 106,1-2 1,-2 3 0,6-4-186,-3-1 1,-4-3 0,-2-2-1,-1-2 1,-5-1-279,-6 1 1,-2-8 0,-12 1 0,-4-2 154,-4-3 0,-11 3 0,-5-5 1,-8-1 56,-7-2 1,-9-1 0,-11 0 156,-9 0 1,-10 3-1,-13-2 1,-9-3-1,-7-4-368,-5-7 0,-5 1 1,33 32-1,-1 0 0,0 2 1,0 1-391,-36-25 0,-8 5 0,2 9 0</inkml:trace>
  <inkml:trace contextRef="#ctx0" brushRef="#br1">-1464 8776 8355,'-23'11'467,"-1"0"0,1 1 0,3-2 0,1-1-60,2 3 1,3-7 0,0 6 0,4-3-248,3-1 0,6-2 1,1-5-1,7 0 0,8-2 1,8-1-1,6-5 367,7-2 0,4-1 0,7 0-222,5 0 1,3 5 0,12 1-207,5 0 1,2 3-1,4-1 1,6 1-101,7 2 0,-2 5 1,6 2-1,2 0 1,0 0-1,-47-2 1,0-1 111,2 1 1,-1 0 0,0-1 0,0 0-402,1 0 0,0-1 0,47 0 1,-4 0-1,0-3 0,-5-3-1189,-3-5 0,0-2 0,-6-1 377,-4 0 1,-4-5 0,-6-2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1:59:48.551"/>
    </inkml:context>
    <inkml:brush xml:id="br0">
      <inkml:brushProperty name="width" value="0.04536" units="cm"/>
      <inkml:brushProperty name="height" value="0.04536" units="cm"/>
      <inkml:brushProperty name="color" value="#1F80FE"/>
    </inkml:brush>
  </inkml:definitions>
  <inkml:trace contextRef="#ctx0" brushRef="#br0">3422 9693 8355,'0'-11'1233,"0"5"0,1 1 1,4 6-1,5 1 1,4 3-477,-1 2 1,5-4-568,0 5 0,4-6 0,1 3 0,3-1-59,4 0 0,-1-1 1,1-3-1,-1 0 1,1 0-135,0 0 1,-6 0 0,-1-1 0,-4-1-430,-3-2 0,-1 0 1,-4 4-1054,0 0 0,-4-1-32,-4-3 34,-1 3 1,-12-9 0,-3 4 0</inkml:trace>
  <inkml:trace contextRef="#ctx0" brushRef="#br0" timeOffset="1699">4776 9615 8355,'0'-8'-444,"0"1"622,0-2 1,0-1 0,1-2 0,2-2 0,0-1 0,0 0 0,-2 0 0,-1 0 22,0 2 1,0-3 0,-1 1 0,-3 1 0,-3 2 0,-3 0 169,-2 1 0,0 0 0,-3 1 0,-4 1-58,-2 2 1,-5 4 0,-1 0 0,-2 3 0,-1 3 3,2 5 0,-5 7-236,4 3 1,1 5-1,2 3 1,4 4 0,2 2-1,3 3-35,0 2 0,2-2 0,4 2 0,1-3 0,3-3 0,3-1 0,3-2 0,2-2 0,3-3 1,5-3-1,4-3 0,5-2 0,2-4 100,2-3 0,-1-3-265,9-5 1,-4-2-1,4-1 1,0-6-105,-2-5 1,1 1-1,-4-6 1,0 0-1,-3 2-898,-2 2 1,-8 3 0,1 0-1554,-5 1 2108,-5 5 0,2 6 0,-5 6 0</inkml:trace>
  <inkml:trace contextRef="#ctx0" brushRef="#br0" timeOffset="1900">4899 9827 8584,'-5'12'475,"2"-1"0,-3 0 0,1 0 1,3 0-1,-1 0 0,1 1 1,-2-1 111,2 0-1405,0 0 1,4-5-466,1-2 1,-1-8 0,2-2 0</inkml:trace>
  <inkml:trace contextRef="#ctx0" brushRef="#br0" timeOffset="2154">5201 9447 8355,'-6'5'525,"2"2"0,3 5 0,1 2 27,0 5 0,0 3 1,0 5-1,-1 2 1,-2 4-158,-1 0 0,1 5 1,3 0-478,0 2 1,0-4-1,0 1 1,0-3-493,0-4 0,0-3 0,0-5 0,0 0 0,0-3-814,0 0 1,0-9 843,0 1 1,0-2 0,0 2 0</inkml:trace>
  <inkml:trace contextRef="#ctx0" brushRef="#br0" timeOffset="2576">5414 9402 8355,'0'-11'255,"0"4"1,-2 0 0,0 1 983,-2 0 1,0 5-646,4 1 1,0 1 0,2 6 0,1 2-345,5 1 1,2-3 0,1 0-145,0-2 0,2 0 1,0-3-1,3 2 83,2-2 1,0 0 0,4-2-233,-4 0 1,5-4 0,-2-1 0,4 0 0,-1-1-86,0-1 0,-2 5 0,0-2 0,-4 3-77,-3 1 0,1 0 0,-2 1 163,-4 3 0,-4 3 0,-6 8 0,-1 5 30,-3 5 0,-7 4 0,-8 4 0,-2 1 79,-1-1 1,-1 5 0,1-1-163,0-1 0,-1-1 0,1-3 0,1-1-279,2-1 0,-1-5 0,5 0 0,2-5 0,0-5-74,2-3 0,4-1-926,-1 0 0,6-4 0,-3-2 1</inkml:trace>
  <inkml:trace contextRef="#ctx0" brushRef="#br0" timeOffset="4841">3746 10778 8355,'-6'8'411,"4"-1"0,4 2 370,6 1 0,-1-3 1,3 1-1,4-1-606,2 0 0,1 1 0,3-3 0,-1 0-295,1 0 0,1-1 0,1-3 1,1 2-1,-1 0-198,0 0 0,4-2 1,-1 0-1,-2 2-1032,-3 1 1,-2 4-1,5-2 1</inkml:trace>
  <inkml:trace contextRef="#ctx0" brushRef="#br0" timeOffset="3784">4250 10454 8355,'-11'6'209,"-2"4"69,-2-2 1,3-2-16,-3 1 0,3-3 0,2 3 0,1 1 0,1-2 288,0-2 0,4-3 0,4-1 0,8-1-208,5-3 1,1-2 0,5-4-1,0 2-186,3 5 1,1-2 0,2 1 0,2 2-60,2 0 1,-3 2-1,4 2 1,0 1-101,-2 5 0,0 2 0,-7 2 1,-1 2-18,-2 1 0,-5 3 0,-1-1-76,-3 0 0,-7 2 1,1 3-1,-6 0 62,-4 1 1,-4 0-1,-4 2 1,-4 3-1,-2-1 1,-3 0-1,0-1 1,-3 0 0,1 1-1,0-3 1,0 0 56,1-2 0,3 1-25,3-1 1,3-4 0,5-3 0,0-3 1,0-1 1,4 0-1,4 1 1,3-6 0,3-3 0,5-1 37,2-2 1,6-2 0,3 0 0,2-3 63,1-1 0,0 2 0,1-3-103,-1-2 0,1 3 0,-1-1 0,0 2-83,1 3 1,-5 0 0,0-1 0,-2-1-470,-2 2 1,-6 1 0,0 2-1323,0 3 0,1-2 1049,-1 5 0,2 1 0,-4 3 1</inkml:trace>
  <inkml:trace contextRef="#ctx0" brushRef="#br0" timeOffset="4058">4832 10991 12013,'-8'5'215,"1"2"1,4 3 0,0 2 607,1-1-2761,2-5 1,5 4 0,2-4 0</inkml:trace>
  <inkml:trace contextRef="#ctx0" brushRef="#br0" timeOffset="4491">5436 10521 8355,'11'-11'733,"-5"0"0,-1 0-330,-5-1 1,-1 2 0,-3 3-1,-3 3 1,-3 3 74,-1 1 0,-2 0-318,-2 0 1,2 0 0,-6 1 0,-1 3 0,-1 3-98,-1 3 1,-1 5 0,1 0-1,1 0 1,1 0-209,1 0 0,2 4 118,-2-5 0,4 5 1,7-4-1,1 0-54,2 1 1,2-3 0,3 1 0,0-1-1,1-3 54,3-3 0,3 3 0,7-4-104,1 1 0,1-1 0,-2-4 0,0 2 0,0 0 264,-1 1 1,-2-4-1,-1 4 1,-3 0 58,-3 2 1,-3 3 0,-1 2 0,0 0-90,0 3 0,-6 1 0,-4 4 1,-4-1-237,1 1 0,-4 1 1,1 1-1,-1-1-764,-3-2 0,-1 1 0,-2-5 0,2-2 0,1 0-1759,2-2 2482,-1 0 1,-3-5-1,-1-1 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22:00:00.544"/>
    </inkml:context>
    <inkml:brush xml:id="br0">
      <inkml:brushProperty name="width" value="0.04536" units="cm"/>
      <inkml:brushProperty name="height" value="0.04536" units="cm"/>
      <inkml:brushProperty name="color" value="#0CAC38"/>
    </inkml:brush>
    <inkml:brush xml:id="br1">
      <inkml:brushProperty name="width" value="0.04536" units="cm"/>
      <inkml:brushProperty name="height" value="0.04536" units="cm"/>
      <inkml:brushProperty name="color" value="#1F80FE"/>
    </inkml:brush>
  </inkml:definitions>
  <inkml:trace contextRef="#ctx0" brushRef="#br0">23 12 8279,'-1'-7'573,"-3"4"0,1 1-461,-4 2 1,4 5 0,0 4-1,1 6 1,2 7 0,0 7 0,0 3-1,0 4 1,0 3 0,0 4 0,0 3-1,0 4 1,0 1 0,0 0 0,0-2-1,0-1 1,0-2 0,0-3 0,0-2-1,0-5-1040,0-5 0,2-5-296,1-7 698,-1-3 1,6-12 0,-3-9-1,0-13 335,0-9 0,-1-15 0,-4-4 1</inkml:trace>
  <inkml:trace contextRef="#ctx0" brushRef="#br0" timeOffset="702">325 347 8355,'10'-11'-709,"-3"0"0,2-1-388,-6 1 1815,6 5 0,-8 2 0,3 9 21,-3 7 1,-1 4-1,0 7-570,0 3 0,-3-1 1,-1 5-1,0 1-79,-1 1 1,4-3-1,-3-3 1,3-2 0,1-2 126,0 0 0,0-4 0,0-3-356,0-3 0,5-4 0,2-2 0,3-1 105,2-3 1,2-6 141,1-3 1,2-8-1,-4-5 1,3-5-1,1-4 1,-1-4-226,-3 0 1,0 3-1,-2 0 1,-1 0-245,-3 2 1,2-3 0,-5 5-1,-1 2-56,2 4-574,-3-1 1,3 9-1,-5-5 1</inkml:trace>
  <inkml:trace contextRef="#ctx0" brushRef="#br0" timeOffset="1411">727 381 8546,'-1'11'200,"-3"0"-178,3 5 0,-5-2 0,3 4 129,0 2 0,-2 1 1,2 2-1,-1-1 0,2-1 27,1-2 0,1 1 0,0-5-113,0-2 1,0 0-226,0-2 0,0-2 1,0-6 45,0-6 0,0-12 0,1-6 1,1-6 91,2-1 0,4-7 0,-4-5 0,1 2 101,0 4 0,3 1 0,-3 5 1,0 2-58,0 4 1,0 7 114,-2 0 1,2 7-1,4 1-112,-1 2 1,-5 7-1,4 5 1,-1 3 0,-1 1 23,0 0 0,2 2 0,-2 0-293,1 2 0,-2-1 1,3-5-1,2-2 0,1 1-161,1-2-321,-4-1 1,7 0-1,-1 1 1</inkml:trace>
  <inkml:trace contextRef="#ctx0" brushRef="#br0" timeOffset="1412">1063 369 8355,'0'12'401,"0"-1"0,0 0 0,-2 0 1,0 2-1,-2 1-114,2 5 1,0 3 0,2 3-249,0 1 1,0-1-1,0-5 1,0-3-463,0 0 1,2-7-1,1-7-256,5-1 0,2-14 0,0-6 0,-2-10 125,0-4 0,-6-1 415,2-1 0,2 0 0,0 1 0</inkml:trace>
  <inkml:trace contextRef="#ctx0" brushRef="#br0" timeOffset="1413">1029-22 8384,'-4'11'-47,"1"0"0,-1 1 0,4 0 1,0 2-335,0 1-140,0 0 1,0 6-1,0 2 1</inkml:trace>
  <inkml:trace contextRef="#ctx0" brushRef="#br0" timeOffset="4203">1353 235 8596,'-10'-11'1099,"3"0"1,2 0-1,1 0 679,0-1-1223,1 6-391,3-4 0,0 14 1,0 1-1,1 7-62,3 7 0,-3 0 0,4 2 0,-1 4 0,-1 1 0,1 1-121,1-2 0,-4 2 10,3-1 1,-3 2 0,-1-5 0,0 1 0,0-4-32,0-3 0,4 2 0,0-4-742,-2-2 403,-1-5 0,3-8 196,0-8 0,1-7 0,-1-3 0,2-3 0,1-3-108,1-2 1,-1 2 0,4-2 284,0 3 1,-3 0 0,-1 2 0,2 2 189,1 5 1,1 2 0,0 5 133,1 3 1,-3 4 0,0 4 0,-1 5-114,0 4 0,-1 0 0,-1 3-152,-1 0 0,0 0 1,-3 4-1,2-3-177,-2 0 0,3 1 0,-1-2 1,-1 0-530,-2 1 0,3-2 0,-1-4-650,0 0 0,2-4 0,0 0 675,1-2 1,6-2-1,6-3 1</inkml:trace>
  <inkml:trace contextRef="#ctx0" brushRef="#br0" timeOffset="4752">1923 246 6717,'7'0'881,"-2"0"0,-5-1 1,0-3-1,0-3-281,0-3 1,-4 3-463,0-1 0,-5 6 0,2-2 1,-4 3-1,-3 2 47,-1 3 0,-3-2 0,1 6 0,1 2-34,0 3 0,-4 0 1,3 3-1,-1-1-31,4 0 0,-3 4 0,2 0 0,2 2-30,0 2 0,2-5 0,1 0 0,2-2-21,0-3-356,6 0 0,-2-7 0,8-3-89,3-6 0,7-8 0,2-8 1,1-3-1,3-3-4,1-1 1,2 0 0,-1 3 238,0 1 0,-3 6 1,-2 5-1,1 6 0,-2 4 418,0 1 0,-2 6 1,-7 5-1,-3 8-35,-3 5 0,-1 5 0,-1 5 0,-3 0 85,-3 4 1,-7-4-200,-1 4 1,-5 1 0,2 1 0,-5 0 0,-2-2-679,-1 1 1,-1-8 0,2 3-1,-2-3-863,-2-3 1,7-1 805,-4-4 1,5-6 0,-7-1 0</inkml:trace>
  <inkml:trace contextRef="#ctx0" brushRef="#br1">3120-391 8355,'5'-7'546,"2"-1"0,8 6 1,4-3-1,2 1 110,1 0 1,5 1-310,3 3 0,2 0 0,3 0 0,1 0 0,2 0 0,-2 0-62,-2 0 0,0 3 0,-1 2 0,0 0-435,-3 0 1,1 0-1,-5-2 1,-3 0-861,-3 0 0,-4 2 0,-5-1-354,1-2 0,-1-1 617,0-1 1,-5-5 0,-1-1 0</inkml:trace>
  <inkml:trace contextRef="#ctx0" brushRef="#br1">3332 403 8473,'1'6'1709,"3"-2"-1468,2-3 1,10 0 0,4 2 0,4 1 0,4-2 0,3-1 0,4-1 0,1-1 0,1-1 171,1-2 0,3-5 0,-3 3 0,1-2-658,-1 1 0,-2 3 0,-5-2 0,-2 1-439,-2 3 0,-1 0 1,-5 2-1,-2 0 1,-4 0-2319,-3 0 2782,0 0 1,-1 0 0,0 0 0</inkml:trace>
  <inkml:trace contextRef="#ctx0" brushRef="#br1">4003-659 11169,'0'11'0,"0"1"232,0 3 0,-4 3 0,0 5 0,1 3 0,-1 4 1,-1 3-1,-1 0 0,-2 2 0,1 0-109,-1-2 0,2 6 1,-1-10-1,2-1-481,0-3 0,3-4 1,-1-1-1,2-3-997,1-1 0,0-1 386,0-4 0,4 0 0,3 1 0</inkml:trace>
  <inkml:trace contextRef="#ctx0" brushRef="#br1">4126 213 8355,'0'-6'280,"0"1"1,0 6-1,0 3 1,0 3 206,0 3 0,-4 6 1,-1 4-1,0 5 0,-1 5 1,1 3-1,-1 5-275,-1 2 1,1 0 0,-1-1-1,2-3-420,0-4 0,4-2 0,-3-2 0,3-4 0,2-5-89,3-3 0,-2-5-974,6-4-4,-1-4 0,4 2 0,0-5 1</inkml:trace>
  <inkml:trace contextRef="#ctx0" brushRef="#br1">4416-346 8355,'7'5'-1197,"-1"-4"1527,-2 3 0,-2-3 0,5-1 0,1-1-1,-2-3 1,4-3-1,-2-8-190,1-4 1,3-2 0,-1-1 0,-1-2 0,-2-1 205,0-1 1,-6 0-1,2 4-133,-3-1 1,-1 5 0,-1-1-1,-4 0 1,-5 2 130,-3 2 0,-9 3-201,0 0 1,-2 6 0,-5 3 0,-2 4-1,-2 6 1,1 9 11,2 8 1,-1 5 0,5 4 0,1 1 27,2-1 0,5 1 1,3-1-1,3 0 5,1-4 0,5 2 0,2-6-153,3-4 1,2 0-1,3-7 1,4-4-1,6-5 125,5-4 1,7-3-1,3-7-231,4-10 0,0-3 0,1-8 0,-1 1-739,1 0 1,-1-3 0,0 4-1,-3 2-622,-4 4 1,-7 3-1,-1 1 732,-2 3 0,-1 2 0,-4 2 1</inkml:trace>
  <inkml:trace contextRef="#ctx0" brushRef="#br1">4629 448 8355,'7'6'-594,"1"-5"1,-1-6 968,-1-6 0,-1-6 1,-5 0-1,2 0-33,1-3 0,-1 3 1,1-2-1,-3 0 16,-3 2 0,-4-3 0,-5 5-46,-3 2 0,1 0 1,-4 3-1,-2 3 48,-1 3 0,-5 3 0,-2 3 0,1 6-140,0 7 1,2 5-1,5 3 1,3 3-1,0 3-75,4-1 1,2 8 0,3-2 0,4 1-2,3 0 1,2-7 0,3-2 0,4-3-89,2-5 1,6 1 0,2-8-1,3-5 1,3-5-594,2-4 1,3-8 8,4-8 1,-2-12-1,2-6 1,0-6-1,-1-1-745,-1-1 1,-2-1 182,1-3 1,2-1-1,-3-6 1</inkml:trace>
  <inkml:trace contextRef="#ctx0" brushRef="#br0" timeOffset="315">-100 23 8355,'-11'-6'-494,"0"-4"0,3 8 1036,1-1 0,3 1 0,-2 4 1,2 0-231,5 2 1,5 0-1,8-4 1,2 0-293,2 0 1,1 0 0,8 0 0,2 0-1,4 0-9,0 0 0,4-5 1,1-2-1,-1 0-653,1 0 1,-6 0-1,0 0 1,-4 3-964,-3 3 1347,-1 1 1,-2 0 0,1 0 0</inkml:trace>
  <inkml:trace contextRef="#ctx0" brushRef="#br0" timeOffset="5435">-33 1163 8355,'0'-14'26,"0"3"238,0 8 0,1-2 1,3 6-1,3 1 225,3 2 0,5 5 1,1-2-1,2 3-192,2 1 1,1 1 0,1-1-257,0 0 0,6-5 1,0-1-1,2-1-363,0-1 0,-4 1 0,4-4 0,0 0-766,-2 0 1,1 1 0,-6 2 544,0 1 1,2 4 0,-8-1 0</inkml:trace>
  <inkml:trace contextRef="#ctx0" brushRef="#br0" timeOffset="5101">179 1297 8355,'0'-11'1526,"0"0"1,2 5-884,1 2 0,-1 4 0,1 4 1,-1 3-114,-2 3 1,3 8-419,1 4 0,0 5 0,-4 8 1,1 1-1,1 1 0,2-1-282,-1-1 1,-2-1 0,0-2-1,2-2-525,0-4 0,1-4 0,-4-3 0,0-4-939,0-3 842,0-1 0,0-6 0,0-6 0,-1-8-704,-3-4 1439,-2-12 1,-10 1 0,-2-9 0</inkml:trace>
  <inkml:trace contextRef="#ctx0" brushRef="#br0" timeOffset="5594">79 1610 9448,'-5'12'0,"-1"-1"0,-1 0 0,4 0 0,1 0 0,4-1 0,1-1 0,5-3 0,3-1 0,4-2 0,2-2 0,2-1 985,0 0 0,0 0-1108,7 0 0,-2-4 1,3-1-1,0 0 1,0-1-1,0 1-1114,0 0 0,5-4 0,-4 3 0</inkml:trace>
  <inkml:trace contextRef="#ctx0" brushRef="#br0" timeOffset="5991">649 1409 8355,'0'11'336,"0"0"0,0 2 0,0 1 0,0 2 624,0 1 0,0 0 0,1 3-755,3-1 1,-3 0-1,4 3 1,-1-1-182,0-2 1,0-3 0,-1-5-81,1 0 1,4-1-230,0-2 1,-2-6-1,2-8 1,-1-7 0,0-3-134,1-4 1,-2-1 0,3-1 324,-2 0 1,1-1 0,2 2 0,-2 2-1,0 5 113,0 1 0,1 6 1,0 1-1,-2 1 201,2 2 0,-3 2 1,0 2-1,1 3 294,-1 3 1,0 3 0,2 1 0,-4 2-281,1 2 0,-2-3 0,3 4-393,-1 0 1,0-3 0,-2 3-1,2-1-201,1 0 0,-4 1 1,3-2-1,-1 0-1355,0 0 0,3-1 1030,-3-2 0,5-5 0,-3-1 1</inkml:trace>
  <inkml:trace contextRef="#ctx0" brushRef="#br0" timeOffset="6736">1264 1320 8355,'-1'-10'337,"-3"2"0,-1 2 1,-4 4-1,2-2 1,-3 1-1,-3 2 1,-2 1-1,1 0 124,-3 0 1,0 5 0,-4 3 0,1 1-179,1 3 1,4 0-1,-2 2-189,1 1 1,1 3-1,4-2 1,1 2-101,2 2 0,0 0 0,4-1 0,2-1-88,0-2 0,2-1 0,0-4-219,0 0 1,2-5 0,1-2-1,6-3 44,5-1 0,-2 0 0,4-1 0,-1-1 0,1-3 108,2-1 0,-3-1 0,3 0 0,1 2 269,-2 0 0,1 4 1,-5-3-1,1 4 1,-3 4 470,-2 3 1,-5 3 0,2 2-312,-1 3 0,-2 3 0,-3 4 0,-1-1-160,-3-2 0,3 1 0,-4-5 0,2-2-2958,-1 0 1461,-5-2 1,8-11 0,-2-8 983,6-8 0,3-15 0,5-3 0</inkml:trace>
  <inkml:trace contextRef="#ctx0" brushRef="#br0" timeOffset="6738">1264 1241 8355,'-1'-6'1210,"-3"2"1,4 3-1096,0 1 0,5 0 0,6 0 1,0 0-273,0 0 0,5 4 0,2 0 0,2-2 0,1-1-1101,2-1 1,4 0 706,-1 0 0,2-5 0,6-1 1</inkml:trace>
  <inkml:trace contextRef="#ctx0" brushRef="#br0" timeOffset="6737">1431 951 8355,'0'11'0,"0"1"0,0 3 0,0 4 0,0 7-467,0 4 1683,5 7 0,-3 0-977,1 8 1,0 2 0,-1 9 0,2-1-508,-1-3 0,-2-4 1,0-7-1,2-3-205,0-4 0,1-9 0,-4-4 0,0-3 0,0-5-55,0 0 1,-10-7 0,-2-1 0</inkml:trace>
  <inkml:trace contextRef="#ctx0" brushRef="#br0" timeOffset="7216">1990 1297 8355,'-6'0'-1008,"0"-1"1212,2-3 0,3 2 0,-3-6 0,2 0 1,-1-2 54,0-1 0,-6 3 0,1 1 69,-1-2 1,-3 4 0,1 1-1,-1 3-142,-3 1 0,2 0 0,-3 0 0,1 1 91,0 3 1,-3 2 0,2 7-1,0 0 1,-2 3 0,2 2 0,-1 2-1,0 1 1,1 1 0,3-1 644,0-2-892,2 2 0,4-5 1,0 4-1,2-3-140,3 0 0,1-2 0,2-6-285,3-1 0,2-3 0,6-5 0,2-1 0,2-3-190,1-4 0,6-8 0,3-6 0,-2-7 207,-5-3 1,3-1 0,-5-1-1,2 2 295,-1 2 0,-5 0 0,-1 8 1,-3 4 460,-1 5 1,-3 4 130,-1 5 0,-3 8 1,-1 15-1,0 5-81,0 4 1,-3 3 0,-1-5-1,0 1-154,-1 4 0,4-6 1,-4 5-551,0-5 0,4-3 1,-3-1-1,3-2-433,1-4 0,0-6 1,1-3-1,2-3 0,2-4-163,1-5 0,1-14 0,4-3 1</inkml:trace>
  <inkml:trace contextRef="#ctx0" brushRef="#br0" timeOffset="8091">2080 761 8691,'6'5'-461,"-1"-3"0,-5 7 0,0 3 848,0 6 1,0-1-1,0 3 1,0 2 0,0 4 86,0 3 0,0 1 0,0 3 0,0 2-51,0 2 0,1-2 1,2 2-1,1-3-269,-2-4 1,0 1-1,1-6 1,2-3-155,1-2 0,-3-6 1,0 0-767,-1-1 365,3-2 0,-4-10 0,3-4 130,-3-6 1,-1-7-1,1-3 1,2-2 103,0-1 1,5 3-1,-3 2 1,1 0 79,3 4 0,0 0 1,3 3-1,-1 2 1,0 1 167,0 3 0,0 0 0,1 4 0,-1 0 333,0 0 1,0 5 0,-1 2 0,-1 3-114,-2 1 1,-4 1-1,0-1 1,-1 0 132,-2 0 0,-2 4 1,-1 1-1,-4 0-144,1 0 1,-5 3 0,1-4 0,-4 0-430,1 1 0,0-4 1,2 3-478,0-2 1,0-3-1,0-3 81,-1-3 1,6-5-1394,3-7 0,3-1 1310,3-9 0,8-6 0,7-4 1</inkml:trace>
  <inkml:trace contextRef="#ctx0" brushRef="#br0" timeOffset="8092">2426 1029 8355,'8'10'478,"-2"-1"-230,-1-2 1,0 2 0,-2 4-1,0 2 28,0-1 1,-2 2 0,0 0 0,2 2-106,0 2 1,1 1 0,-4 1 0,0-1 0,0-1-421,0-1 0,0-6 0,0 2-1338,0-2 0,0-8-98,0-5 1571,0-5 1,-5-11 0,-1-2 0</inkml:trace>
  <inkml:trace contextRef="#ctx0" brushRef="#br0" timeOffset="8093">2348 727 8355,'0'11'-52,"0"0"-211,0 1 0,0 0-248,0 3 0,-5-3 0,-1 5 1</inkml:trace>
  <inkml:trace contextRef="#ctx0" brushRef="#br0" timeOffset="8372">2650 649 8355,'-7'0'176,"-1"0"0,6 5 0,-2 4 0,3 4 1,1 6-1,0 3 0,0 4 0,0 5 243,0 5 0,0 4 0,0 6 1,0 0-1,0 2-144,0 3 1,0-10 0,0 8-435,0-4 1,3-11 0,1-1-387,-1-5 1,2 1 0,0-6 0,0-3-1,1-2-394,0-5 0,1-5 0,5-3 0</inkml:trace>
  <inkml:trace contextRef="#ctx0" brushRef="#br1">3444-3979 8355,'6'-14'604,"-2"3"1,-3 2 0,0-1 2108,3 3-2443,-3 2 0,4 13 0,-5 5 0,1 4 0,2 7-60,1 4 1,-1 8 0,-3 3 0,0 2-132,0 5 1,-3 1-1,-2 7 1,0-1-55,0-3 1,1 0-1,4-5-411,0-1 1,0-10-1,0-2 1,0-5-1,0-6 1,0-4-1,1-6 1,3-4-1,3-6 1,2-7-1085,-1-9 0,2-10 0,-4-3 0</inkml:trace>
  <inkml:trace contextRef="#ctx0" brushRef="#br1">3500-3689 8355,'0'-11'683,"0"0"0,0 4 5,0-1 1,5 4 0,2-3-396,3-2 0,6 3 0,2 0 0,2 0-165,2-1 1,-2 4 0,6-4 0,-1 2-383,1 3 0,-1-1 0,3 1 0,1-2 0,-2 2-485,1 1 0,-2 1 0,-5-2 0,-1 0-215,-2-2 314,-9 0 0,6 4 0,-9 0 0</inkml:trace>
  <inkml:trace contextRef="#ctx0" brushRef="#br1">3612-3666 8355,'-7'1'-443,"4"3"1,3 3 906,3 3 1,4 3 0,4 1 0,0 5 0,0 2-212,0 2 0,4 4 0,1 3 0,1 2-460,-1 2 0,2-1 0,-1 1 0,-1-2-193,0-2 1,2 0-1,-1-7 1,-1-4-263,0-5 1,4-1-1,-3-6 1</inkml:trace>
  <inkml:trace contextRef="#ctx0" brushRef="#br1">4104-3543 8355,'-5'6'52,"4"4"405,-3-3 0,4 0 0,4-1 186,3-1-772,8-1 0,4-4 0,7 0 0,4-2-256,2-1 0,1-4 0,2-5 0,1-2 0,2-2-177,-2-1 1,8-2-1,2-3 1</inkml:trace>
  <inkml:trace contextRef="#ctx0" brushRef="#br1">4149-3778 8355,'-5'0'388,"5"1"1,6 2 0,4 2-204,1 1 1,1-2-1,3 3-202,4 2 1,2-3 0,1 0-349,1-1 0,-1 3 0,1-5 0,-1 0-1369,0-2 1459,-4-1 0,-2 5 0,-5 1 0</inkml:trace>
  <inkml:trace contextRef="#ctx0" brushRef="#br1">4809-3912 8355,'0'11'3631,"0"1"-3127,0 3 0,-5 3 0,-2 5 0,0 3-394,-1 4 1,2 7 0,-1 4 0,2 4-418,0 4 0,4-6 0,-3 4 0,3 1-1367,1-2 1,0-4 639,0-1 0,5-5 0,1 3 0</inkml:trace>
  <inkml:trace contextRef="#ctx0" brushRef="#br1">3802-2391 9046,'7'4'1492,"1"0"-1214,-1-1 1,3-8 20,-2-2 0,1-8 0,-1-4 0,1-2-97,-2-1 1,3-4 0,-4-2 0,0 1-10,-2 0 1,-3 4-1,-2 5 1,-3-1 0,-3 2 14,-3 2 0,-6 3 0,-4 5 0,-4 3-88,-2 3 1,-5 7-1,1 5 1,-2 7 0,-1 3-14,-1 1 1,4 2-57,0 2 1,5 3 0,-1 4 0,4 1 0,3-1 85,4 1 0,1 4 0,1 2-66,3 0 1,6-1 0,1-7 0,3-1 0,3-2-57,5-2 0,3-6 1,4-6-1,4-3-108,2 0 0,2-6 1,2-3-1,1-3-57,-1-3 1,3-8-1,-2-7 1,0-2 6,1-2 0,-7 6 0,2-7 0,-2 3-527,-2 3 0,-3-3 0,-7 5 1,0 2-3395,0 0 3366,-3 7 0,0-4 0,-5 4 0</inkml:trace>
  <inkml:trace contextRef="#ctx0" brushRef="#br1">4037-2100 8355,'-7'5'673,"-2"1"0,4 5 0,-4 1 0,3-1-576,1 0 0,0 0 1,2 0 9,-1 0 0,1-3 0,4-2-2673,3-1 1726,-3-1 0,14-9 0,-3-1 0</inkml:trace>
  <inkml:trace contextRef="#ctx0" brushRef="#br1">4372-2536 8355,'0'-8'802,"0"1"1,0 5 0,-1 1 0,-1 5 0,-2 3 0,1 5-483,2 1 0,1 11 0,0 0 0,0 3-28,0 4 0,-1 3 0,-2 2-257,0 1 0,-1 0 0,4-3 0,0-1 0,0 0-354,0-4 0,0 1 0,0-6 0,0-4-727,0-3 1,1-2 0,2-4-927,0 0 0,6-6 1618,-1-5 1,-4-10 0,1-7 0</inkml:trace>
  <inkml:trace contextRef="#ctx0" brushRef="#br1">4607-2548 9487,'11'-6'0,"1"3"0,0 1 0,2 2 0,2 0 0,0 0 0,1 2 984,1 1 1,-1 0-622,2 4 1,1 1 0,-5 3 0,0 0 0,-2 1 0,0 2-74,-3 1 1,-3 5-225,0-1 0,-2 2 0,-5 1 0,-2 2 0,-4 1-62,-5 1 0,-4 0 0,0-4 0,-4 1-59,-2-1 0,-1 0 0,-1 1 0,1-2 29,-1-3 1,1 4 0,1-5 268,2 0 0,3 0 0,6-6-57,3 0 0,2 0 0,7-1 0,5-3 1,4-3 0,7-3 1,2-1-215,5 0 0,4 0 0,4-1 0,1-3-108,-1-3 1,1 2 0,-1 0-1,0 1 1,-3 1 0,-4 0-592,-3 2 0,-2 1 0,-2 0 1,-3 1-964,0 3 1,-3 2-1,3 5 1</inkml:trace>
  <inkml:trace contextRef="#ctx0" brushRef="#br1">3533-1507 7681,'-11'0'1238,"4"4"-128,-1-1-213,6 1 0,-8 0-350,2 0 0,5 3 1,3-2-1,6 0 1,5 0 332,4-3 0,-1 0-852,4-2 0,1 0 1,3 0-1,1 0-148,-1 0 1,4 0 0,0 0 0,-1 0 0,-1 1-1,-2 1-45,0 2 0,1 1-3014,-1-1 1560,-4 2 1,8 5-1,-3 0 1</inkml:trace>
  <inkml:trace contextRef="#ctx0" brushRef="#br1">4070-1697 8355,'-11'0'838,"5"0"0,1 1 1,6 3-1,3 2-461,3 0 0,8 3 0,4-4 0,2 0-200,1 0 1,1 3 0,-1 0-1,0 2-125,1 1 1,-1 4 0,1 1 0,-2 1-5,-3 3 0,-1-2 1,-8 0-104,-1 2 1,-3 1-1,-5 2 1,-1-1-58,-3 1 0,-4-1 0,-6 0 1,-6 2 178,-5 2 0,4-6 1,-5 2-1,-2-1 0,1 1 29,1 0 1,3-3 0,4-2 141,0-1 1,6-1 0,1-3 0,5 2-151,2 1 1,1 0-202,4-4 1,5-3 0,4-1-1,3 1 1,5-2 0,3-3-246,4-1 0,1-2 0,-2 0 0,2 0-219,1 0 1,0-2 0,-3 0 0,-2-2-99,-2 2 0,0 1 0,-4 1-1213,-1 0 1558,-7 0 1,-7 9 0,-6 4 0</inkml:trace>
  <inkml:trace contextRef="#ctx0" brushRef="#br0">1510-290 8185,'-8'0'-139,"1"0"0,3 0 636,-3 0-87,4 0 1,-2-1-362,5-3 0,1-7 1,4-9-1,5-5 38,4-5 0,7-12 0,1-8 16,7-7 1,0-6-1,0-7 1,4-3 0,1-3-1,5-6 1,1-5 1,1-1 0,-19 40 0,0-1-108,1 0 1,-1 0 0,0-1 0,1 1 0,0-1-1,0 0 1,0 2 0,0 1-149,22-43 1,-21 46 0,1 1 0,16-34-1,-2 8 63,-3 6 1,1 5 0,0 5 0,-2 7-4,-4 5 0,-4 3 0,-5 7 0,-4 4 0,-4 6-301,-5 4 368,0 2 0,-9 8 23,0 4 0,-1 1 0,-6 4 0,-2 1 3,-1 5 0,3-2 0,-1 2 0,1 0 0,-1 2-25,1 1 1,1-3 0,-3-2 74,2-1 0,4 4 1,-2-3-26,0 0-13,4-1 1,-5-5-1,2 0-3,-4 0 1,2 1 0,-2 2-8,-5 1 0,1 5 0,-7 1 1,-1 5 1,-1 3 1,-5 0 0,0 5 32,1-1 0,-2-1 0,1-1 0,0-3 1,1 0-1,1-5 0,3-3 0,1-6 1,3-1-1,2-2 0,4-2 0,3-1 0,5-6 1,1-6-156,2-7 0,6-7 1,6-7-1,6-2-23,7-2 1,4 1 0,4 1-1,1 4 121,-1 2 1,0 6-1,-2 4 61,-2 5 0,-4 10 0,1 3 0,-2 3 131,-2 1 0,1 5 1,-2 4-1,-3 4 35,-3 6 0,0-2 0,-2 2 105,-3 1 1,-3 1 0,2 3 0,-3 2-58,-1 4 0,-3 2 0,-7 4 0,-4 4 1,-6 4-227,-3 2 1,0 4 0,-5-2 0,1 1-1495,0 1 1,-1-5 478,1 4 0,-1-3 0,1-1 1</inkml:trace>
  <inkml:trace contextRef="#ctx0" brushRef="#br0" timeOffset="8836">2840 1152 8355,'0'7'776,"0"1"1,0-1 0,0 5-357,0-1 0,0 0 1,1 0-1,2 0 1,1 0-1,-2 1 1,-1-1-1,-1 0 1,0 0-184,0 0-545,0 0-1441,0 1 1,4-5-1511,0 1 2782,-1-6 0,-3-7 0,0-7 0</inkml:trace>
  <inkml:trace contextRef="#ctx0" brushRef="#br0" timeOffset="8837">2829 805 8355,'0'-6'1084,"0"2"-1507,0 8 0,0 2 0,1 6 0,2-1-1094,0 0 1393,6-5 0,-3 4 0,5-4 0</inkml:trace>
  <inkml:trace contextRef="#ctx0" brushRef="#br0" timeOffset="9593">2997 973 8355,'-8'0'3187,"1"0"-3024,4 0 0,-1 0 1,7 1-1,2 2-205,1 1 1,5-1 0,5-3 48,2 0 0,-3 0 0,3 0 0,2 0-370,1 0 0,2 0 1,-1-1-1,0-1-582,1-2 0,-5-1 1,1 2 424,1 0 0,1-6 0,1 3 0</inkml:trace>
  <inkml:trace contextRef="#ctx0" brushRef="#br0" timeOffset="9592">3086 694 8355,'0'7'226,"0"1"0,0 3 0,0 5 0,0 2 0,0 6-42,0 5 1,0 4 0,0 4-1,0 4 1,0 4 0,0 4 0,1 2-1,2-2-59,0-4 0,1 0 0,-4-6 0,1 0-570,3-6 0,-3-4 0,3-8 0,-3-2-2212,-1-4 2122,0-8 1,0-11 478,0-7 1,-5-12-1,-1-1 1</inkml:trace>
  <inkml:trace contextRef="#ctx0" brushRef="#br0" timeOffset="9595">3276 1275 8355,'-12'-29'8,"-3"2"0,-4 1 1,-1 0-1,0 1 1,3 3-1,1 3 0,2 3-678,2 0 0,-4-2 0,-2-4 1</inkml:trace>
  <inkml:trace contextRef="#ctx0" brushRef="#br0" timeOffset="9594">3511 928 8355,'0'12'0,"0"4"0,-1 0 0,-3 4 935,-4-2 1,2 5 0,-1 4 0,-2 2-577,-1 2 0,-2 2 0,-2 4 0,-2 6-635,-1 4 0,2 0 1,-3 5-1,2 0 1,1-1-367,-1-2 1,4-4-1,-3-4-90,2-4 0,6-4 1,1-4-1,1-7 339,2-6 1,2-3-1,1-2 1</inkml:trace>
  <inkml:trace contextRef="#ctx0" brushRef="#br1">9359-557 8828,'-8'-5'3444,"2"5"-3175,1 6 0,0 4 0,2 3 0,-4 2 1,0 2-1,-1 2 0,0-1 0,-2 2 0,0 1 1,1 2-188,2-1 1,-1 4 0,-3 0-1,1 0 1,1 1 0,3-1-1,1-1 1,3-2 0,0-2-1,2-1 1,0-2 0,2-4-1,1-2 1,6-5-166,5-2 0,3-1 1,6-7-1,-1-3-56,0-5 1,2-9-1,2-1 1,3-5-1,0-3-632,1-2 1,-1 0-1,1 0 1,-4 1-369,-3-1 1,-1 4-1,-3 1 1,-2 2 706,-5 2 0,2-1 0,-8 1 1</inkml:trace>
  <inkml:trace contextRef="#ctx0" brushRef="#br1">9538-490 8910,'0'11'486,"0"1"-463,0-1 0,0 0 0,-1 0 489,-3 0 1,3 1 0,-3-1 0,3 0 0,1 1-169,0 3 1,0 3-1,0 4 1,0-1-260,0-2 1,0 2-113,0-2 0,0-3 0,0-1 0,1-3 0,1-1 1,3 1-445,2-1 1,-4-5-1216,5-2 1,-1 2-1,4 0 1</inkml:trace>
  <inkml:trace contextRef="#ctx0" brushRef="#br1">10008-344 8355,'11'-18'121,"0"2"0,0 1 1,1-1-1,-2-1 1,-2-3 946,0-1-1189,-1-2 0,3 1 0,-1 1 1,-3 1-1,-1 1 0,-3 1 1,0-1-1,-2 1 0,0 2 389,0 3 0,-6 0 0,-4 2 1,-5 0 226,-3 0 1,0 4 0,-5 4 0,0 3-335,-4 3 0,-1 9 0,-6 9 1,2 5-34,2 4 0,-1 8 0,5-3 0,1 2 44,1 2 0,6 2 0,0-4 0,4 1-73,4 0 0,0-7 0,6 3 1,3-3-88,3-3 0,2-4 1,6-7-1,3-2-83,4-5 1,5-4-1,4-7-82,-1-3 0,4-4 0,0-10 0,4-6-182,0-8 0,0 5 0,-4-6 0,-2 0 1,-5 2-165,-3 1 0,-3 3 0,-6 6-425,-3 2 1,-2 3-1,-5 5 476,0 0 1,-10-1-1,-2 1 1</inkml:trace>
  <inkml:trace contextRef="#ctx0" brushRef="#br1">8497 615 8355,'-5'0'955,"5"0"1,9-5 0,7-1-1,1-1-244,3-1 1,2 1-642,5-4 0,-3 1 0,6 1 0,1 2-66,2-2 1,-4 0 0,1 0-1,0 2 1,-1 0-413,-3 0 1,0 2 0,-3 5 0,-3 0-251,-2 0 0,0 2 0,-4 1-484,-4 5 1,1 2-1,-5 1 1</inkml:trace>
  <inkml:trace contextRef="#ctx0" brushRef="#br1">8464-199 8355,'-10'8'-285,"2"-1"1,-2-4 122,3 0 1,2 0 612,1 0 0,3 0 0,2 3 0,3-1 1,3-2 343,3-2 0,5 3 0,1-1 0,2 0-463,2-2 0,2-1 0,3 0 0,1 0-190,-1 0 1,2-4 0,1-1 0,-2 0-256,-3 0 0,5-2 0,-10 3-169,-1 2 0,-4 1 1,-2-1-1328,1-1 0,-5 1-1608,1-1 2855,-6 1 1,3 2 0,-5 0 0</inkml:trace>
  <inkml:trace contextRef="#ctx0" brushRef="#br1">9112 504 10149,'6'5'0,"-3"2"0,-5 3 0,-1 1 0,0 0 0,1 2 297,-2 2 1,1-2-1,-3 6 1,0 2 0,0 3-1,-3 3 1,0 0-176,2 1 0,-2 1 1,4-3-1,0-1-38,0-1 1,2-3 0,3-2 24,0-4 1,1-4 0,3-4-14,3-3 1,4-3 0,3-1 0,2-2-49,1-6 0,-2 0 1,4-11-1,2-2 1,3-3-179,2-2 0,5-9 0,-3 1 0,2-5-395,0-3 0,0 0 0,3-1 1,0 5 137,-4 3 0,-1-1 1,-6 7-1,-1 1-622,-2 2 1,-3-3 0,-5 1 0</inkml:trace>
  <inkml:trace contextRef="#ctx0" brushRef="#br1">9503 302 8355,'-5'11'799,"-1"1"-475,0-1 0,-3 1 0,5 3 1,1 3 203,-2-1 0,2 8 0,-3 0 0,1 4-449,2 6 0,-2 3 1,2-1-1,0 3-88,2-1 1,1 4 0,0-7 0,0-3-337,0-2 0,0-6 0,0 1 0,0-4-1395,0-3 0,5-4 1176,2-8 1,3 3 0,2-3 0</inkml:trace>
  <inkml:trace contextRef="#ctx0" brushRef="#br1">10107 470 8355,'0'-17'-8,"0"2"1,0 1 0,0 0-1,0-1 1,0 1 544,0-3 1,-5 5 0,-3-3 0,-2 3-336,-1 0 1,-5 1-1,-3 1 1,-2 3-18,-1 3 1,0 3 0,-2 1 0,-1 2-49,-1 6 0,-4 9 0,4 13 1,1 2 146,2 2 1,0 7-1,2 1 1,3 2-132,3 3 0,4-2 0,3 3 0,4-5 111,3-5 0,2-2 0,3-11-224,4-4 1,6-5-1,6-9 1,4-4-1,3-7 134,2-7 1,1-11-1,4-12-527,4-6 1,-7-4 0,1-5-1,-3-3 1,-5 0-1265,0 3 0,-3-2 1,-2 9 743,-4 0 0,-8 0 0,-2-3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17:39:06.522"/>
    </inkml:context>
    <inkml:brush xml:id="br0">
      <inkml:brushProperty name="width" value="0.04536" units="cm"/>
      <inkml:brushProperty name="height" value="0.04536" units="cm"/>
      <inkml:brushProperty name="color" value="#1F80FE"/>
    </inkml:brush>
    <inkml:brush xml:id="br1">
      <inkml:brushProperty name="width" value="0.04536" units="cm"/>
      <inkml:brushProperty name="height" value="0.04536" units="cm"/>
      <inkml:brushProperty name="color" value="#ED331F"/>
    </inkml:brush>
  </inkml:definitions>
  <inkml:trace contextRef="#ctx0" brushRef="#br0">-11 420 7783,'-4'0'163,"0"0"1,4 0 0,0 0-18,3 0 1,2 0 0,3-1 0,2 0 193,2-1 1,2 0 0,2 2 0,1 0-129,1 0 1,2 0-1,0 0 1,1-2-74,2-2 0,-4 1 0,4-1 1,0 0 14,1-1 0,1-1 1,-2 0-233,0 1 0,0 1 0,-4 0 1,-2 1-1,-1-1-160,-1 3 1,-4 0 0,0 1 0,-1 0-360,-1 0 1,-1 1 0,-5 1 0,-1 3 0,-1 3 85,-1 0 1,-3 2 0,0 1 0</inkml:trace>
  <inkml:trace contextRef="#ctx0" brushRef="#br0">169 9 9713,'-1'-5'0,"-1"2"0,-1 3 0,0 3 0,1 3 0,1 1 0,0 3 0,-1 0 0,1 1 0,0 1 396,1-1 0,0 1 1,0 0-1,-1 2 0,0 0 1,-1 2-333,1-2 1,0 2 0,0-3 0,-1 1 0,0 0-1,0-2 1,-1 1 0,1-1 0,-1 1-104,0-3 0,1 2 0,1-4 0,-1 1 106,0-1-384,2-2 1,-3-4 240,3-2 0,0-5 0,0-4 0,0-2 48,0 0 0,0 0 0,0 0 64,-2-1 1,-1 2-1,-3 0 1,0 3 152,1 1 1,-2 1 0,1 1 0,-2 2-71,1 1 1,-1 2-1,1 1 1,0 2 0,0 1 1,0 3-1,-1 1 1,2 2-48,2 0 1,-1 0-1,2 1 1,0-1-1,1 0-31,1 0 1,1 0 0,0-2 0,1-1-84,1-2 1,1-1 0,3-1 0,1-2 34,3-2 1,3-3 0,1-2-29,1-4 1,1-1 0,-2 0 0,1-2-435,-2 0 0,-1 2 0,-2 1 1,0 1-346,-3 1 1,0 4-295,-2 1 0,-4 4 0,-2 1 1</inkml:trace>
  <inkml:trace contextRef="#ctx0" brushRef="#br0" timeOffset="460">169 538 8355,'-3'1'101,"1"1"1,1 1-1,1 4 1,0 2 50,0 2 1,1-1-1,0 6 1,1 1 43,-1 1 1,1 1 0,-1-1-155,1-1 1,0 0 0,-2-4 0,1 0-1,2-2 96,0-2 1,-2 0 0,2-4-178,-1 1 1,-1-4 30,1-2 0,-2-2 1,0-4-1,0 1-10,-2-1 0,1-2 1,-3 0-1,0 0 3,-1 0 1,-2-2 0,0 1 245,0-2 0,-3 2 0,1 2 1,-2 1-57,0 0 1,1 3-1,1 1 1,1 1-1,0 3 45,-1 1 1,0 3-1,2 5 1,0-1-34,3 2 1,-1 1 0,2-2-133,0 0 1,0 0-1,3 1 1,0-2-374,0 0 0,1-2 0,1-3 1,3 0-1,3 0-332,1-2 1,2-1-1,3-1-98,0-2 1,2-1 0,2-4 0,1-2-41,-1-2 0,0-4 788,1-1 0,-4-1 0,1-1 0</inkml:trace>
  <inkml:trace contextRef="#ctx0" brushRef="#br0" timeOffset="945">332 510 8306,'-6'0'0,"1"0"0,0 1 210,1 0 1,1 1 0,2 1 133,-1 2 1,1-3-1,2 0 1,4-1-310,2-1 1,2 0 0,4 0 0,0-1-198,2-1 1,-2 1 0,2-2 0,1 0-419,0 2 0,-1 1 1,0-1-7,0-1 1,2 1 0,0-1 0</inkml:trace>
  <inkml:trace contextRef="#ctx0" brushRef="#br0" timeOffset="944">366 544 8355,'0'5'303,"0"2"0,0 1 1,-1 2-75,-1 3 1,2 2 0,-2 0 0,1 2-67,1 0 0,-2 1 0,1 1 0,-1-3-341,2 0 0,0-3 1,0-1-1,0-1-1059,2-2 1,1-3 495,3 0 1,-2-4 630,-1-6 1,1-2 0,2-5 0</inkml:trace>
  <inkml:trace contextRef="#ctx0" brushRef="#br0">366 65 7333,'-3'0'-921,"0"0"1452,3-2 1,-2-1 0,1-3-139,-1 0 1,2 3 672,0-1-372,0 3 1,0-2-209,2 3 1,-1 3-82,1 0 0,-1 1 0,0 2 0,1 2-232,-1 2 0,2 0 1,-1 1-1,1 1-109,-1 2 0,2-1 0,-1 1 0,-1 1 1,1-1-82,0 2 1,-1-2-1,1-1 1,0 0 24,-2 1 1,2-3 0,-1-2 0,1-1-1,0 0-62,0-2 1,-2 1 25,1-3 0,1-2 29,1 0 0,-1-3 1,1-2-1,0-5 23,1-4 0,0-3 1,-1-4 34,0-2 1,0-1 0,1 1 0,-1-1 0,-1 2-70,0 1 1,1 2 0,-2 3-1,-1 0 1,1 2-376,0 2 1,0 2-1090,-2 2 0,0 4 0,0 2 455,0 5 0,-2 6 0,-2 3 1</inkml:trace>
  <inkml:trace contextRef="#ctx0" brushRef="#br0" timeOffset="1361">647 358 8355,'-2'3'-754,"1"2"644,-1-1 1,2 1-1,0 0 269,2-1 1,2-1 0,3-2-1,3 1 1,2-1 0,1 0 0,1-1-824,-1 0 0,2 0 0,2 0 0</inkml:trace>
  <inkml:trace contextRef="#ctx0" brushRef="#br0" timeOffset="1360">664 257 8355,'-4'0'832,"1"0"1,0 0-460,1 0 0,3 2 1,5-1-367,-1 1 0,1 0 1,1 0-1,1 0-25,-1 0 0,1 0 1,0 1-1,0 0-316,0 0 0,0-2 0,-1 2 0,1-1-548,-1 0 1,-3 1 0,-1 0 535,0 0 0,-2 1 0,-1 1 0</inkml:trace>
  <inkml:trace contextRef="#ctx0" brushRef="#br0" timeOffset="4571">1165 212 9109,'-4'-2'0,"1"-1"0,0 1 0,1-1 0,-1 0 0,2-2 953,0 0 1,1 0 0,0-1-104,0 0 1,1 3-567,1 1 1,1 2 0,2 0-1,-1 2-75,0 2 1,-1 2 0,1 1 0,0 2-20,1 2 0,-2 3 0,0 1-150,2 4 1,0-2 0,0 2-1,-1 1-159,0 0 1,0 2 0,1-2 0,1 0 23,0-1 1,-1-1-1,0 0 1,0-1 14,-2-2 1,0 1-1,2-4 52,-1-1 1,-1-2 0,1-4-1,-1-1 1,0-1-27,0 0 0,-1-2 0,2-3 0,0-5 133,-1-3 0,2-5 0,-1-3 0,1-4-52,0-1 1,1-3 0,-1-2 0,-1 0 0,-1 0 0,1 2-55,-1 1 1,-1 2 27,1 1 0,-1 4 1,1 2-1,0 3-246,1 2 0,-3 4 0,1-1-882,-2 2 1,0 4-2310,0 4 2632,0 1 1,0 8-1,0-2 1</inkml:trace>
  <inkml:trace contextRef="#ctx0" brushRef="#br0" timeOffset="5412">1598 77 10269,'1'-6'0,"0"0"0,1 1 0,-1-1 0,0 2 0,-2 2 0,-1 4 0,-1 3 0,0 2 0,-1 1 0,-1 0 0,0 3 561,-3 2 1,2-1 0,-1 3 0,0 1 0,0 0 0,-1 2 0,0 0 0,-1 3-427,0 1 1,2 2-1,0-1 1,0 0-1,2-1 1,2 0-185,1-1 1,1-3 0,2-2 0,1-1-101,1-3 0,3-2 0,2-3-83,1-1 1,2-1 0,0 0 0,0-2 0,1-1-560,1 0 0,-1-2 1,1 0-1,-1 0-430,-1 0 0,-2 0 0,-1 0 0</inkml:trace>
  <inkml:trace contextRef="#ctx0" brushRef="#br0" timeOffset="174551">1622 262 8264,'0'-5'2629,"0"2"-1731,0 0-187,0 3 1,-2 1 21,0 1 0,0 1-79,2 2-494,0 1 1,0 0-1,1-1-35,1 1 1,-1 0-1,2 0 1,0 1-51,1 3 1,-3-2 0,3 2 0,0-1 0,0 1-20,-1-1 0,-1 0 1,1 1-9,0-1 1,1-2 0,-2 1 0,1 0-53,-1-1 1,0 1 0,-2-3-1,1 0-82,1-1 0,-2 1-49,2-1 70,-1 1 1,-1-2-3,2-1 0,-1-2 1,1-3-1,-1-2 3,1-2 1,-2-3 0,3 0-1,-1-2 31,0-3 1,2-1 0,0-2 0,1 0 20,0-1 1,1-1 0,0 1-1,-1 2 40,1-1 0,0 5 0,-1-1 0,-1 3 0,0 2-225,0 1 0,-1 2-393,1 2 0,-1 4-448,1 0 0,-2 2 1,-2 4-1,0 0-111,0 2 0,-2 0 0,-1 4 1</inkml:trace>
  <inkml:trace contextRef="#ctx0" brushRef="#br0" timeOffset="175005">1791 330 8957,'-3'0'1578,"0"0"-441,1 0 1,2 0-621,0 0 1,2-1-1,5 0-431,0-1 0,-1 0 1,2 2-1,0 0 0,0 0-145,1-2 1,0 1 0,1-1-1,-2 2 1,0 0 0,0 0-317,0 0 1,-2 0-468,2 0 0,-2 0-2304,0 0 609,-3 0 2388,2 0 1,-5 0 0,3 0 0</inkml:trace>
  <inkml:trace contextRef="#ctx0" brushRef="#br0" timeOffset="2.54321E6">2272 254 8355,'0'-7'-309,"0"2"166,0 0 1,0 1 271,0-3 0,0 0 1,-1 0-1,0 0 0,-2 0 1,1 0-1,0 2 0,-2 1 247,1 1 1,-2 1-1,-2 2 1,0 0-170,0 0 0,0 0 0,-1 0 0,-1 0 0,0 3 110,0 1 0,-1 3 1,1 2-153,0 0 1,1 2 0,1-2-1,-2 3-70,0 1 1,-1 0-1,3 0-43,0-2 0,0 2 0,1 2 1,0 2 2,2-2 0,2-2 0,-1-1 0,1-1-98,-1 0 1,1 2 0,3-4 0,0 0-220,2-1 1,2-1 0,0-1 0,2-1-134,2-3 1,-1-1 0,2-2-1,0-1 113,-1-3 1,3-4 0,-2-3 0,0-1 0,0-2 139,-1 1 0,1-2 0,-1 0 0,-2 0 0,-2 2 204,0 2 0,-1 0 197,-2 2 1,-1 1 240,-1 2 0,0 4-335,0 3 1,-1 3 0,-1 5-1,-1 1-22,-1 3 0,2 1 0,-2 1 0,1 1-73,1 1 0,1 2 0,-1 3 0,0-2-187,0 0 1,2-3 0,0 0 0,0-2-345,0-2 0,0-2 1,3-3-1,1-1-149,3-1 1,0-3 0,1-5 98,1-4 0,-1-6 0,2-5 0</inkml:trace>
  <inkml:trace contextRef="#ctx0" brushRef="#br0" timeOffset="2.54355E6">2412 1 8355,'-3'4'0,"3"2"387,-3-1 1,2 1 0,1 1 0,0 1 0,1 1 299,2 3 1,0 3 0,5 3-365,-1 0 1,0 1 0,0 4 0,-1 1-188,-1 1 1,1 1 0,-2 2 0,2 0 0,-1-1-50,0-1 1,-3 1 0,2-4 0,-1 1-180,-1 0 0,-1-2 0,-2 2 0,-1-1-123,-3 1 1,-1-1 0,-1-2-940,0 0 0,-3 0 1,-1 0 32,0 1 1,-6-1 0,2 0 0</inkml:trace>
  <inkml:trace contextRef="#ctx0" brushRef="#br0" timeOffset="40150">2651 302 8355,'0'3'-269,"0"1"728,0 1 1,-1-3 0,0 1-1092,-1-1 0,0-1 15,2 3 0,0-3 0,0 2 1</inkml:trace>
  <inkml:trace contextRef="#ctx0" brushRef="#br0" timeOffset="40755">2943 71 8088,'0'-3'374,"-2"3"-256,-2 4 0,-1 1 1,0 3-1,0 1 0,1 2 1,-2 2-1,1 1 1,-2 0 154,0 2 1,1-2 0,0 1 0,1 1-93,-1 0 1,1 1 0,-1 2 0,0-1-60,1 0 1,1 1 0,1-1 0,0 0 0,1 1-273,0-2 1,1 0 0,-1 0-70,2 0 0,0-3 1,2-3-1,1-1-461,1-2 1,1-1-1,0-3 1,3-3-1156,0 0 1776,-1-1 0,1-5 0,-2-1 1</inkml:trace>
  <inkml:trace contextRef="#ctx0" brushRef="#br0" timeOffset="41023">3062 161 8355,'-1'3'112,"-1"-1"1,1 1 106,0 1 0,-2 0 1,1 1-1,0 2 1,0 1-1,1 2 1,-1 0-1,1 2 128,-1 1 1,2 2 0,-3 2-1,1 1-384,0 1 0,-1 2 0,1-1 0,0 1-349,-1 0 1,2-3 0,-2 2 0,0-2-155,2-2 1,-1-3 0,0 0 0,1-3-1,0-3 138,1 0 1,0-4 0,0-1 0</inkml:trace>
  <inkml:trace contextRef="#ctx0" brushRef="#br0" timeOffset="41279">3135 319 7044,'-1'3'390,"-1"1"0,0-2 75,-2 2 1,2-1 0,4 1-607,2-3 1,3 0-1,0-1 1,1 0 173,0 0 1,1 0-1,2-1 1,-1 0-129,0-1 1,0 0-1,-1 2 1,1 0-625,-1 0 0,-2 0 408,0 0 0,0-2 0,-2-1 1</inkml:trace>
  <inkml:trace contextRef="#ctx0" brushRef="#br0" timeOffset="41676">3337 200 8355,'-5'0'99,"-1"0"0,3 3 0,1 1 0,1 1 1,1 1-1,0 1 0,0 0 0,0 1 581,0 0 0,1 3 0,0 2-505,1 2 1,3-2-1,-2 4 1,2 0-22,1-2 0,-1 2 0,-1-3 0,0 2-112,0-1 0,1-5 0,0 1 0,0-1 18,-1-1 0,-1-1 1,1-2-29,0 0 1,0-3 0,1-2-96,1-2 0,0-5 0,-1-4 21,1-2 1,0-3 0,1-4 0,1-1 0,0-1 0,0 0-75,-1-2 0,1 2 0,0-1 0,-1 3 40,-1 3 0,-1 1 0,-1 5 0,-1 0-690,0 3 0,1 2-355,-2 2 0,2 4 0,-1-1 1</inkml:trace>
  <inkml:trace contextRef="#ctx0" brushRef="#br0" timeOffset="42081">3562 3 8728,'-2'-3'310,"1"1"1,-1 4-33,2 2 0,0 3 0,2 1 0,1 1 1,1 3 52,0 0 1,0 4 0,1-1 0,1 4 0,0 1 84,-1 0 0,1 4 0,-1 0-336,-1 3 0,1 1 0,-2 1 0,0-2-60,-1-1 0,0 1 0,0-2 6,-1-2 1,0 0 0,-2-2-1,-1 0 1,-2-1-626,-3 0 1,1 0 0,-2-3-1,2-1-828,-2-1 0,2-1 632,-2-3 1,0-2-1,-1-1 1</inkml:trace>
  <inkml:trace contextRef="#ctx0" brushRef="#br0" timeOffset="44560">3883 274 8355,'-5'3'630,"-1"-1"0,2-2 494,0 0-387,3 0-463,-1 0 1,2 0 0,2 0-143,2 0 0,2 0 0,0 0 0,3 0-72,-1 0 0,2 0 1,3 0-1,0-2 1,0 0-1,0 1-103,0 1 0,1 0 0,-3 0 0,-1 0-223,0 0 0,0 0 1,-3 0-1,0 0-718,-1 0 0,0 1-141,0 1 0,-3 1-268,1-1 1240,0-2 1,2 3-1,-1-3 1</inkml:trace>
  <inkml:trace contextRef="#ctx0" brushRef="#br0" timeOffset="45123">4193 150 9461,'0'4'544,"2"-1"1,0 2-325,1 0 0,0 3 1,2 1-1,-1 2-34,0 0 0,-1 1 0,0 1 0,0 2 0,0 1-93,-1 1 1,2-1 0,-2 0 0,0-2-111,0 0 1,0-1 0,1-2 0,-1-2-106,-1-1 1,1-2 0,-1 0-145,1-1 0,2-1 0,-1-3 0,1-2 24,0-3 1,-2-1 100,1-1 1,1 0-1,2-2 1,-1-1 0,1-2 16,0 0 0,-1-2 0,1-1 0,0 0 66,2-2 0,-4 2 0,2 1 0,-1 2 34,0 2 1,0 1 45,1 2 1,-3 3-1,0 3 1,-2 4 64,1 3 1,0 2 0,-2 5-1,0 1-10,-2 1 0,1-1 0,-1 0 1,0 0 83,0 2 1,0-4 0,2-1 0,0-2 13,0-2 0,1-3 1,0-3 60,3-2 0,2-3 0,1-2 1,1-5-179,1-2 0,-2-3 0,3-2 1,-1 1-225,0-1 1,-1 0 0,-1 1 0,1 1-348,-1 1 1,-3 4-1,0 2 1,0 0-3352,-1 1 3845,-1 3 1,1-1-1,0 2 1</inkml:trace>
  <inkml:trace contextRef="#ctx0" brushRef="#br0" timeOffset="2.55034E6">5020 282 8355,'-7'-4'172,"3"1"164,-2 3 0,2 0 218,-3 0 1,3 1-1,2 1-327,1 3 0,4 0 1,3 1-1,2-2-56,4-1 0,2-1 0,2-2 0,1 0-662,1 0 0,0-1 1,3-1-1,-2-2 31,0 0 0,-4-1 1,1 2-386,-3 2 0,0 0 0,-2 1 1</inkml:trace>
  <inkml:trace contextRef="#ctx0" brushRef="#br0" timeOffset="2.55034E6">5118 163 9348,'0'-1'0,"-2"3"306,0 4 1,-3 4-1,2 5 1,0 2-1,-1 4 1,1 1-1,0 0 1,0 2-1,1-2 1,-1 0-155,-1-1 0,2 0 0,-1-2 0,1-1 1,0-1-1,0-2-679,1-2 0,1-3 1,0-3-218,0 0 1,0-2-1,0-2-168,0-3 0,0-4-355,0-8 1094,0-1 1,0-1-1,0 0 1</inkml:trace>
  <inkml:trace contextRef="#ctx0" brushRef="#br1" timeOffset="2.55934E6">5504 711 7968,'3'-5'-271,"-1"0"251,0 4 0,-1-5 222,1 1 0,0 2 36,3 0-171,-4 3 0,5 0 0,-2 0-28,0 3 0,2-2 1,-1 3-1,1 0 1,1 0 10,0 1 0,3 2 0,-1 0 1,0 0-4,1 0 0,-2 0-33,2 0 1,0 0 0,0 0 0,0-1 0,1 0 0,-1-2-5,0 2 0,3-3 1,-2 0-1,0-1-22,1 1 0,0-1 0,2-2 0,0-1 20,0-1 1,0-2 0,0-3-1,0 0 2,0 0 1,0 0-1,-1 0 1,0 1-34,-2 1 1,0-1 0,2 2 0,-3-1-3,1 0 1,0 2-1,-1-3 1,-2 2-9,0 1 0,-1-2 1,0 1 25,0 0 0,-1-2 1,0 2-1,-2-1 7,2 0 0,-1 1 0,1-3 0,-2 2 15,-1 0 0,0 3 44,-1-3 1,-1 4-20,1 1 1,-1 1-1,-1 4-22,0 0 1,0-1-1,0 1 1,0 0-15,0 2 1,2 0 0,2 0 0,-1 0-4,3 0 1,0 0 0,1-1-2,0-1 1,0-1 0,0-3-10,0 1 0,3 1 0,-1-3 1,0-1-21,1-1 0,1-2 1,3-3-1,-2 0 1,0 0 7,0 0 1,1 0-1,1 0 1,0 0 14,0 0 1,-2 0-1,0 0-8,0 3 0,-1 0 0,1 2 0,0 0-11,-1 0 1,1 1 0,-2 2 0,0 1-12,0 0 0,2 3 0,-2-2 1,0 1-29,0 1 1,2 1-1,-2-1 1,1-1 29,2-1 1,-2 0 0,-1-3 0,1 0 8,0 0 0,0-1 0,2-1 1,-2-2-146,2-2 1,0 1 0,1-5 0,-1 2-266,-1-2 0,1 2 218,-1-4 0,-2 3 0,0-1 0</inkml:trace>
  <inkml:trace contextRef="#ctx0" brushRef="#br0" timeOffset="2.55235E6">5834 141 10090,'-8'0'0,"1"0"0,0 0 0,0 0 0,0-2 502,0 0 1,0-1 0,0 3-1,0 0 1,0 0 0,0 0-460,0 0 0,0 3 0,0-1 0,0 0 0,0-2 76,0 0 1,0 3-1,0-1-80,0 0 1,1-1 0,0 2 0,2 0 0,-2 2 4,0 0 0,1 0-54,1 2 1,0 2 0,-2 0 0,2 1 6,1 0 1,-1 1 0,1 3 0,1 0-9,-1 0 1,1 2 0,-2 1 0,0-2 8,1 0 1,1-2 0,0 0 0,0-2 0,0-1 0,1-1 0,-1-2-147,1 0 0,1-2 93,0 0 0,3-4 1,2-1-140,1-1 0,-1-5 0,-1-1 0,2-1 0,2-1-23,2 1 1,0-1 0,-2 0 0,2 0 101,-2 1 1,1 2-1,-1 1 1,3 1 6,0 0 1,-3 2 0,1 2 0,-1 1 272,-1 1 0,-2 1 0,-1 4-29,-1 0 0,0-2 0,-1 4 0,0 0 147,0 0 0,-2-1 1,0 2-1,-3 0-7,-1-1 0,-3 3 0,0-2 0,-1 1-213,-1 1 0,1-1 0,-4 1 0,-1 0-80,0-1 0,1 0 0,1-3 1,1 2-164,2-2 1,-1-1 0,1-1-1,1-2-2775,0-1 863,2 2 1429,4-7 0,2-2 0,6-7 1</inkml:trace>
  <inkml:trace contextRef="#ctx0" brushRef="#br0" timeOffset="2.55309E6">6039 282 8479,'-7'0'208,"0"0"23,0 0 1,0 1-1,1 1 1,0 2-1,3 1 1,-1-1-1,3 2 101,0 0 0,1-1-1104,0-1 1,1-2 0,1 1 40,3 0 0,1-2 0,1 2 1</inkml:trace>
  <inkml:trace contextRef="#ctx0" brushRef="#br0" timeOffset="2.55934E6">6656 338 8355,'-1'4'0,"-1"-1"336,-3 0 0,1 1 0,0 3 0,-2 0 13,0 0 1,1 1 0,-2 1 0,0 1-273,-1 1 0,-2 1 1,0 1-1,-1 0 1,-2 0-170,0-1 1,-1 3 0,1-4 0,0 0-128,1-2 0,5-1 1,-1-2-1,2-1-372,1-3 1,2-2-1,0-3-176,3-4 0,3-3 0,1-5 621,3-1 0,1-1 0,1-2 146,-1 2 0,-1-4 0,3-1 0</inkml:trace>
  <inkml:trace contextRef="#ctx0" brushRef="#br0" timeOffset="2.55934E6">6537 352 8355,'2'-7'-1509,"1"0"1973,2 0 0,-4 4 1,1 3-1,-1 4-241,-1 2 1,0 1 0,0 1-1,0 1-69,0 3 1,0 4 0,0 1 0,0 1 17,0 1 1,0 1 0,1-1 0,0 0 0,2 0-458,-2-1 0,2-1-191,0-3 0,1-3 0,-1-2 1,1-1-166,2-4 1,0-1 0,2-3 402,1-3 0,2-4 0,3-4 0</inkml:trace>
  <inkml:trace contextRef="#ctx0" brushRef="#br0" timeOffset="2.55934E6">6874 331 8355,'6'1'403,"-1"1"113,-2-1-419,-3 5 0,0-2 1,-1 3-1,-1 0 1,-3 1-1,-1 1 0,-1 1 1,0 1-1,-1 1 1,-1 2-1,-1 0 0,-1 0 1,0 1-1,-1 0 1,0-2 160,0 1-466,2-4 1,-1 0-1,4-4 1,0-1-857,0-3 1,3-2 604,2-2 0,1-5 0,1-5 1,1-1-9,1-1 467,-1 0 0,6-3 0,-4-1 0</inkml:trace>
  <inkml:trace contextRef="#ctx0" brushRef="#br0" timeOffset="2.55934E6">6761 373 8355,'5'-6'172,"0"1"0,-4 3 1,2 4-1,-2 4 1,-1 2 74,3 1 0,-2 4 1,3-1-1,0 3-243,0 1 0,0 3 0,1-2 1,0 0-1,0 1-1775,2 0 1090,0-2 1,0 1-1,0-3 1</inkml:trace>
  <inkml:trace contextRef="#ctx0" brushRef="#br0" timeOffset="2.55697E6">7782 352 8355,'-3'0'537,"-1"3"0,4 1-423,0 3 1,0 1 0,0 1-1,0 0 1,0 0-18,0 2 0,0 0 19,0 3 0,0 0 1,-2 2-1,-1 0-35,-1 0 0,2-1 1,-3-1-1,0-1-120,-2-1 0,3 0 0,-1-2 1,0-1-1,1 1-179,-1-1 1,0 0 0,-1-2-284,1 0 0,0-3-450,2-4 337,1-4 1,2-9 0,0-2 0</inkml:trace>
  <inkml:trace contextRef="#ctx0" brushRef="#br0" timeOffset="2.55713E6">7860 85 8716,'-7'1'-332,"0"1"-47,3 2 136,-2 3 0,4 0 1,-2 0-1,1 0-82,1 0 0,2 0 0,0 0 0</inkml:trace>
  <inkml:trace contextRef="#ctx0" brushRef="#br0" timeOffset="2.57685E6">8983 373 8355,'-11'0'0,"2"0"950,1 0-719,4-3 0,5 0 1,6-2-1,5 3 0,3 1 57,1-2 0,6 2 1,0-3-1,2 1-63,3 1 0,0-1 0,1 1 0,0 0-31,0 1 0,0 0 0,1 0 0,-1-1-188,0 0 1,-3 1 0,-2 1 0,0 0 0,-1 0-522,-1 0 1,-2-2-39,-5 0 1,0-1 0,-3 3 0,-1 0-2287,-2 0 1550,-5 0 1233,1 0 0,-8 3 0,1 1 0</inkml:trace>
  <inkml:trace contextRef="#ctx0" brushRef="#br0" timeOffset="2.57603E6">9222-76 8355,'-6'0'0,"1"2"418,0 0 0,3 4-246,0-2 0,-1 3 0,1 0 1,0 0-1,0 0 0,1 2 1,-1 0 190,0 0 0,1 2 0,1 1 0,0 1-187,0 1 0,-1 0 1,0 1-1,-1 1 0,0 1-41,1 1 1,0-2-1,0 2-144,-2-1 1,1 2 0,1-3-19,-1 0 0,1-2 0,-1-2 0,1-3-286,1-1 94,0-1 1,1-4 130,1-3 0,-1-4 0,1-4 0,-1-3-4,-1 1 1,0-1 0,0-2 0,0 2 0,0 1 89,0 1 0,-3-1 1,-2 1 68,-1 0 1,-1 2-1,0 2 1,0 1 105,0 1 1,0-2 0,0 3 10,0 0 1,0 1 0,1 2 0,0 2 1,1 1 0,2 2 0,-3 1 0,2 1-133,1 2 0,-2-2 0,3 3 0,0 0-52,2 0 1,0-2-1,0 2 1,0 0-37,0-3 0,3 0-312,2-1 0,3-1 0,2-1 0,0-3 0,1-1-314,0-1 1,1-1 0,2-1 0,0-2 24,0 0 1,0-5-1,0 2 1,0 0-575,0 2 1210,-3-1 0,6-1 0,-2-4 0</inkml:trace>
  <inkml:trace contextRef="#ctx0" brushRef="#br0" timeOffset="2.5778E6">9286 423 8355,'0'4'251,"0"1"0,-3-3 1,1 3 98,0 0 0,2 2 0,0 0 0,-1 2 1,-1 1-19,0 1 1,-1 2 0,1 3 0,-1 2-32,-1 0 1,0 2-1,-1-2 1,1 1-211,1 0 0,0-4 1,3-1-1,0-2-129,0-2 0,0 0 0,1-4-161,2-1 0,-2-2 1,3-4 31,-1-1 0,2-5 1,-3-2-1,0 0-182,-1-2 0,-1 3 0,0-3 282,0 1 0,0-2 1,-1 3-1,-2 0 0,0 1 1,-2 1-1,0 0 0,-1 0 1,-2 1-1,-1 0 0,-1 3 1,1-1 362,0 3 0,-3 0 90,3 1 1,-2 2-159,2 1 0,1 2 1,-1 0-1,1 1 0,1 1 1,1 0-13,1 0 1,0 3-1,1-1-209,1 0 1,1 1 0,0-1 0,1 1-34,1 0 1,0-3 0,1 3 0,1-2-696,3-1 1,1 0 0,2 0-215,1 0 1,2-3-1,4-2 1,1-1-816,3-1 1632,-2-3 1,7-7 0,-3-5 0</inkml:trace>
  <inkml:trace contextRef="#ctx0" brushRef="#br0" timeOffset="2.5765E6">9391 71 7313,'-3'7'1217,"2"0"1,-1 0-943,1 0 0,0 1 1,0 1-1,-2 1 1,2 1-1,0 1 1,1 2 59,0 0 0,0-3 0,0 1 0,0 0-227,0 2 1,1-3 0,0-2 0,2-1-160,-2-1 1,2-2-1,0-1-100,1 2 1,-1-3 0,1-2 0,0-2 18,-1-4 0,2-3 0,3-3 0,1-2-69,0-2 0,1-3 0,-1 2 0,1 0 91,1-2 0,-3 4 0,2-3 0,-2 3 0,-1 2 76,0 3 0,-3 2-50,1 2 1,-4 3 95,2 4 0,-2 3 1,-1 4-1,0 3 38,0 1 1,-1 1-1,-1 0 1,0-2-1,0-1 61,2-1 0,0 0 0,0-3-10,0 0 0,2-3 0,1 0 0,1-1-89,1-1 1,3-2 0,1-2 0,-1-3-208,0-1 0,1-4 1,-2 0-1,0 0 0,0-1-1511,0 0 1285,0 3 0,-2-3 0,-1 4 0,-1 0 28,-2 0 0,0 0 0,-1 0 0</inkml:trace>
  <inkml:trace contextRef="#ctx0" brushRef="#br0" timeOffset="2.5778E6">9468 451 8355,'-3'7'279,"-1"0"1,-3 1 0,0 1 0,1 3 0,1 3-1,0 2 1,0 1 0,1 0 0,-1 0 0,0 1-3,1 1 1,-1-1-404,2 0 1,1-4 0,2 2 0,0-3 0,0-2-767,0-3 0,1-2 352,1-2 0,1-4 0,3-5 1,-2-3 187,2-4 1,0-3 0,1-4 0</inkml:trace>
  <inkml:trace contextRef="#ctx0" brushRef="#br0" timeOffset="2.5778E6">9419 493 6280,'-5'0'809,"1"0"0,3 1 0,1 0 0,4 2 0,2-2-528,1 0 0,3-1 0,0 0 1,1 0-221,1 0 0,1 0 0,1 0 0,0 0-507,-3 0 1,3 0 0,-3-1 0,3 0-922,0-2 664,0-2 0,3 1 0,1-3 0</inkml:trace>
  <inkml:trace contextRef="#ctx0" brushRef="#br0" timeOffset="2.57821E6">9721 191 9207,'-3'0'322,"3"3"0,6-2 0,4 2 1,1-1-206,1 0 1,2 1-1,0-3 1,0 0-151,0 0 1,2 2-1,1 0 1,-1 0 0,0-1-1,1-1-732,-2 0 0,-1 0 1,-1 0-604,-1 0 1024,-4 0 0,2-3 0,-3-1 1</inkml:trace>
  <inkml:trace contextRef="#ctx0" brushRef="#br0" timeOffset="2.57821E6">9792 289 8355,'3'6'-520,"2"0"1,4-2-1,3-1 525,1-2 0,4 0 0,2-2-308,1-1 109,1 1 1,3-5-1,1 2 1</inkml:trace>
  <inkml:trace contextRef="#ctx0" brushRef="#br0" timeOffset="2.5805E6">10516 43 8141,'-7'0'339,"0"0"0,2 3 0,-1 2 0,-1 1 0,-1 2-65,-1 1 0,-1 2 0,0 3 0,-1 0-77,-2 0 0,3 0 0,0-2 0,1-1 0,-1 0 0,2 0 0,1 1 0,1-1 108,2 1 0,0-3 0,-1 3 0,3 1-139,1 0 0,1 1 0,0 0-200,0 0 0,1 1 0,1 1 1,3 0-190,1 0 1,1-2-1,1-2 1,0-1-420,2-1 0,2 0 0,-3-4 0,0-1-68,1 0 0,-1-3 1,2 0-1,-1-1 1,-1-3 371,-1-3 0,-1-2 0,0-7 1</inkml:trace>
  <inkml:trace contextRef="#ctx0" brushRef="#br0" timeOffset="2.58082E6">10410 247 8355,'-7'0'1168,"3"0"-712,-2 0 0,6 0 1,0 0-195,4 0 1,3 0 0,2 0 0,1 0-225,4 0 1,-2 0 0,5 0 0,-2 0 0,-1 0 0,0 0 0,0 0 0,0 0 0,-1 0-82,-1 0 1,-2 0-3169,-3 0 2395,0 0 0,0 3 0,0 1 1</inkml:trace>
  <inkml:trace contextRef="#ctx0" brushRef="#br0" timeOffset="2.58106E6">10797 205 8355,'-10'0'1222,"2"0"0,-2 0 0,3 0-3318,3 3 0,1 1 1</inkml:trace>
  <inkml:trace contextRef="#ctx0" brushRef="#br0" timeOffset="2.58282E6">11176-76 8355,'0'-4'-156,"0"0"566,0 4 1,-1 0-1,-1-2 1,-3 0-1,0-1 1,-1 1-15,1 0 1,1-3-1,-3 3 1,0-1-210,0 0 1,0 3 0,0-3 0,0 2 0,0 1-154,0 0-95,-1 0 0,1 0 1,0 1 43,0 2 0,1-1 1,1 4-1,2 3 0,0 1 83,-1 2 0,0 2 0,1 0-132,0 3 0,2 1 0,-2 3 0,1 0 1,0-1 11,0-1 0,1 2 0,0-1 0,0 2 26,-1-1 1,-1 1 0,3-2 0,0-1-4,0-2 0,0 0 1,-1-3-1,0 0 22,-1 0 0,-2 0 1,2-1-1,-2 0 0,-1-2-1,1-1 1,1-1 18,-1-2 1,-1 0 0,-2 0 0,0 0-14,0 0 0,0-3 27,0-1 1,2-2-83,1-1 1,2-1 27,0-2 0,4 3 1,3-3 68,1 2 1,1 1 0,0 0-25,0 0 1,2 0-1,2 0 1,-1 1 0,3 1-112,0 0 0,-1 1 0,0-1 0,0 0-21,1 0 1,1-1 0,0-1-713,-3 0 0,0 0 0,-4 0-22,0 0 0,3 0 0,1 0 1</inkml:trace>
  <inkml:trace contextRef="#ctx0" brushRef="#br0" timeOffset="2.58683E6">11352 71 7950,'-4'-4'642,"1"0"0,3 3 654,3-2 108,-3 1-1023,4 2 1,-4 1 0,0 1 0,2 3-226,0 1 1,1 1 0,-3 1 0,2 1 0,0 3 2,0 1 0,1 2 1,0 1-1,0 1-118,0 1 1,2-2 0,-2 2 0,1-1-137,2-1 1,-3 1 0,1-1-1,0-2 86,0-2 0,-2-2 1,2 1 228,0-1-24,1-1 0,-2-6-125,2-3 0,0-4 0,-2-5-73,1-3 1,0-3 0,2-2 0,0-1-10,-1-2 0,3 0 0,-3-1 0,1 0 0,0 0 9,-1-1 0,1 2 0,-1 1-243,1 3 1,-1 2 0,-1 1-1,0 3-260,0-1 0,0 2 0,1 3-935,0 1 1,-3 2 525,3 3 0,-4 3 0,2 2 525,-3 1 0,4 1 0,-1 0 0</inkml:trace>
  <inkml:trace contextRef="#ctx0" brushRef="#br0" timeOffset="2.58751E6">11703 191 8355,'-7'0'551,"0"0"-291,0 0 1,2 0-98,1 0 1,3 0 0,1 0 0,4 0 0,2 2 0,2 0-66,1 0 1,1-1 0,2-1-1,-2 0 1,0 0 0,1 0-1,1 0 1,0 0 0,-1 0 0,0 0-1,-1 0 1,0 0 0,-1 0-1,0 0 1,-1 0-1008,-1 0 1,-1-1-30,-1-1 0,1 1 322,-2-2 0,0-1 0,-1 1 1</inkml:trace>
  <inkml:trace contextRef="#ctx0" brushRef="#br0" timeOffset="2.5899E6">12181 85 7536,'0'-7'538,"0"2"0,0 1 1376,0-2-898,0 3-756,0 0 1,0 4-1,0 2 1,-1 4-1,0 3 126,-2 1 0,-1 5-350,1-2 0,-2 4 1,1-1-1,-1 1 0,1 1 1,-2-1-65,0 1 0,1-1 1,1 1-1,0-3-269,0-1 1,2-1 0,-2 0 0,1-1-561,1-1 1,2 1 405,0-4 1,0-2 0,0-3 0,3-1-171,1-1 0,3-5 0,0-1 0,1-3 419,1-3 1,-1-1-1,2-3 1</inkml:trace>
  <inkml:trace contextRef="#ctx0" brushRef="#br0" timeOffset="2.59034E6">12371 254 8355,'4'-1'-460,"1"-1"1,-3 0 483,3-2 0,0-1 0,2-3 0,0-1 0,0 0 0,0 0 0,0-1 0,0 0 211,0-1 1,-2 3 0,-1-3 0,1 2 11,-1 0 0,-1-1 0,-3 3 49,0 0 1,-1 1 0,-1 1-1,-3 3-39,-1 1 1,-1 1-1,-1 0-115,-1 0 0,-1 3 0,-3 2 1,1 1-1,1 1 156,0 0 1,-2 4-1,3 0-189,-1 3 1,3 0 0,-2 0 0,0 0-22,1 3 1,2-2 0,3 1 0,1-1-1,0-1-119,0 0 0,2-2 1,0-1-1,2-1 31,1-2 1,3 0 0,1-2 0,2-1-93,1-2 1,1-3 0,-1 0 0,1 0-71,1-3 1,0-1-1,1-4 1,-1-1-53,-1-3 1,0 0-1,-3-1-174,0 2 0,0-1 0,0-1 0,0 0-475,0 1 0,0 2 0,-1-3 335,-1 1 0,4 1 0,-1-3 1</inkml:trace>
  <inkml:trace contextRef="#ctx0" brushRef="#br0" timeOffset="2.59062E6">12568 99 8659,'1'0'522,"4"0"1,3 0 0,-1 0-1,0 0-475,0 0 0,0 0 0,0 0 1,0 0-118,0 0 1,0 0 0,0 0 0,0 0-422,0 0 0,-2 0 0,-1 0-1340,2 0 1425,-3 0 0,3-3 0,-2-1 1</inkml:trace>
  <inkml:trace contextRef="#ctx0" brushRef="#br0" timeOffset="2.59099E6">12793 15 8766,'-1'5'181,"0"-1"1,-3 2 0,1 0 0,-2 1 0,1 0 27,2 0 1,-2-2 0,1-1 0,0 2-84,0 0 1,1 1-1,1 0-116,-1 0 0,1 0 1,-1 0 11,1 0 0,2-3 0,1-1 1,3-3-1,1 0 168,1 0-152,3 0 1,-2 0 0,2-2-47,0 0 0,1-4 0,2 2 0,0-3-141,-1 0 0,0 1 0,4 1 1,0 0-1,-1-1-295,-3-3 1,2 1 0,-3-1 0,0 2-635,-2 2 583,2-1 0,-3-1 0,2-4 0</inkml:trace>
  <inkml:trace contextRef="#ctx0" brushRef="#br0" timeOffset="2.59132E6">12976-20 8355,'-7'0'668,"0"1"1,2 1-1,1 3-347,1 1 0,-2 1 1,3 0-1,0 1-66,-2 1 0,3 0 0,-3 2 0,0 1-212,0-1 0,2 2 1,-2-1-1,0 0-368,0 0 1,2 1 0,-1-1 0,1 1-486,0-2 0,-1 0 0,3-2 0,0 0-451,0 0 934,0-1 1,0-1-1,0 0 1</inkml:trace>
  <inkml:trace contextRef="#ctx0" brushRef="#br0" timeOffset="2.59155E6">13151 212 8355,'-4'0'-474,"1"0"1,4 0-1201,1 0 1674,-1 0 0,6-3 0,-4-1 0</inkml:trace>
  <inkml:trace contextRef="#ctx0" brushRef="#br0" timeOffset="2.59213E6">13482 127 8355,'-7'0'-308,"3"3"0,1 2 481,3 1 1,-1 2 0,-1 2-1,0 1 80,0 3 0,-1 2 0,0 1 1,-1 0 216,-1 1 0,-1 3 0,1-2-288,0 1 0,3-4 1,-2 0-1,1-3 0,1-2 9,1-1 1,1-1-226,0-2 0,4-3 0,0-2-16,3-4 1,2-2 0,1-6 0,0-1-80,0-3 1,3 0 0,-1 0 0,1-1 65,1-1 1,-1 0-1,0-2 1,-2 1 24,2 2 1,-3 1 0,-1 2 70,-1 2 1,-1 3-1,0 0-81,0 3 0,0 1 0,-3 6 84,-1 1 1,-3 3 0,-2 3-1,-1 1 1,-1 3 52,-1 0 1,1 0 0,-1 0 0,0 0 188,1 0 1,1 0 0,3-1 0,0 0-25,0-1 0,0-6 1,1 1-162,1-1 0,2-3 0,4-1 1,1-4-1,2-3-48,0-4 0,5-2 1,-1-4-1,1 0-95,1-2 0,1-1 0,-3 0 0,2 1-538,-2 0 0,-1-2 0,-1 3 0,-2 0-1086,-1 2 1,-1-2 1081,-2 2 1,0-2-1,0 5 1</inkml:trace>
  <inkml:trace contextRef="#ctx0" brushRef="#br0" timeOffset="2.59461E6">13932-55 8355,'0'-5'-402,"-1"1"17,-2 1 0,2-2 1091,-4 3 79,4 0-301,-2 2 0,3 0-154,3 0 1,-2 0 0,4 0-175,0 0 0,-1 0 0,1 0 1,0 0-120,2 0 0,2 0 1,1-1-1,0-1-31,0 0 0,3-1 1,-1 3-1,0 0-62,0 0 0,1 0 1,-1 1-1,1 1 55,1 0 0,0 3 1,0-3-1,0 1 4,0 0 1,0-2 0,-2 3 0,-1-1 15,-1-1 0,2-1 0,-3 1 0,0 0-23,-1 0 0,-4-1 520,1-1-112,-3 0-431,1 0 0,-6 2 0,-1 1-2,0 1 1,-2 1 0,4 2 0,0 1-8,-1 1 1,0 1 0,-2 3-1,2 1 5,0 0 0,1 3 1,-2 0-1,1 3 15,1 3 0,-1 1 0,-1 0 93,0 5 1,-2-1-1,3 4 1,0-3-34,0-1 0,-2 0 0,3 1 0,0-3-33,-2-1 0,4-1 0,-4-4 1,2-1-11,0 0 1,-1-2 0,1 0 0,0-2 0,0-2 63,1-2 0,1-2 1,0-2-1,0 0 0,-3-3 0,3 2 306,-3-1 1,-1-2-282,0 0 0,0-3 1,-1 0-1,0 0 1,-2 0-1,-1 0 1,0 0-1,-1-2 1,-1 0-1,0 0 1,-1 1-1,-1 1 1,1 0 101,-2 0 1,2 0-1,-1 0-242,0 0 0,1 0 1,0 0-1,1 0 1,1 1-238,2 1 0,0-1-780,0 2 1,3-2-103,1 1 1,3-1-1,3 2 435,4-3 0,0 0 0,4 0 1</inkml:trace>
  <inkml:trace contextRef="#ctx0" brushRef="#br1" timeOffset="2.56051E6">5370 935 7702,'-4'0'-297,"0"0"699,2 0 0,1 3 0,-1 1-364,1 3 1,1 0-1,0 0 1,0 0-1,0 1 86,0 1 1,2 1 0,1 3 0,-2-2 0,0 2 58,-1 0 1,2 0-108,1-1 1,-1 1-1,-2-2 1,0 0-36,0-1 1,0-3-1,0 0 1,0 0 127,0 1 0,0-1-286,0 0 0,0-3 99,0 1 1,0-4 0,0-1 26,0-4 0,0-3 1,0-3-1,1-2-141,1-4 0,0 1 0,2-4 0,0-1 62,0 0 1,-2 1 0,2 1 0,0 1 0,-1 2 37,0 0 1,2 3 0,-2 1 0,2 2-52,0 3 1,-1-2 123,3 4 1,0 1 0,0 0 0,0 3-53,0 3 0,0 1 1,0 5 119,0 0 1,-3 1 0,0-3-1,-2 0 1,0 1 136,0 1 0,-1-1 1,-1 2-112,0 0 0,0-2 1,0 2-1,-1-1 1,-2 1 39,-1-2 0,-2 2 1,1 0-108,0-2 1,0 0 0,-2-1-1,0 0-99,0-3 1,3 0 0,-1-2-1225,0 0 1,-2 0 1139,0-2 1,3-3 0,2-1-549,1-3 0,3 0 0,2-1 0,3 0 472,1-1 1,-1-4 0,0 2 0</inkml:trace>
  <inkml:trace contextRef="#ctx0" brushRef="#br1" timeOffset="2.56099E6">5581 1041 8089,'0'4'-233,"0"2"1,0-1 311,0 1 1,0-1-1,0 0 1,0 0 40,0 1 0,0 4 0,0-1 0,0 0-154,0-2 0,0-2-131,0 0 1,1-2 132,1-1 1,0-3 0,3-9-534,0-1 0,-1-3 298,1 0 0,-1-3 0,3-1 1</inkml:trace>
  <inkml:trace contextRef="#ctx0" brushRef="#br1" timeOffset="2.56099E6">5630 879 8355,'-3'1'0,"-1"1"-638,1 0 1,2 4 0,-3-2 501,1 3 0,0 0-301,3 0 437,4-4 0,-4 4 0,3-3 0</inkml:trace>
  <inkml:trace contextRef="#ctx0" brushRef="#br1" timeOffset="2.56163E6">5715 992 8355,'-7'0'-69,"0"0"0,0 0 257,0 0 0,0 1 0,4 0-325,3 2 0,0-1 1,5-2-1,0 0 92,2 0 0,2 0 1,1 0-1,0 0 0,1 0-259,0 0 1,0 0 0,2 0-945,-2 0 1218,1 0 1,2 3-1,0 1 1</inkml:trace>
  <inkml:trace contextRef="#ctx0" brushRef="#br1" timeOffset="2.56162E6">5862 1006 7247,'4'-1'75,"-2"-1"1,-1-3-3,-1-1 1,0-1 116,0 0 0,-1 0 0,-1 0 142,-3 0 0,-1 0 0,-1 0-147,0 3 1,0-2 0,0 4-1,0 0 24,0 2 0,0 0-58,0 3 0,1-2 0,0 4-135,2 0 0,0 2 0,-1 0 0,2 1-9,0 1 0,1 0 0,-2 1 0,1 1 4,2 0 1,-3 1-1,2 2 1,1-1-26,0-1 1,1 1 0,0-1 0,0 1-150,0 1 1,0-3-1,1-1 1,0-2-94,1-1 0,2-1 0,-2-2 0,2 0 0,1-2-180,-1 0 1,-1 0-1,0-4 1,1-3 13,0-1 1,0-2-1,1-2 387,-3-1 1,-1-3-1,-1 0 1</inkml:trace>
  <inkml:trace contextRef="#ctx0" brushRef="#br1" timeOffset="2.56249E6">5876 1020 8355,'-7'-3'-203,"2"2"340,1-1 1,3 1-251,1 1 0,3 1 0,4 0 65,0 2 1,1 1 0,1-1 0,0-1-89,-1 1 0,3-1 0,-1 2 0,0-1-351,0-2 0,2 1 325,-3 0 0,4-1 0,-3 2 1</inkml:trace>
  <inkml:trace contextRef="#ctx0" brushRef="#br1" timeOffset="2.56249E6">6009 999 8355,'4'-3'-186,"0"-1"1,-4-3 0,0 0 0,0 0 0,0 0 0,0 0 345,0 0 1,0 0 0,-1 0-1,-2 0 141,-1 3 1,0-2 0,-1 4-145,0 0 1,-2 2 0,0 0-1,0 0-49,0 0 1,3 3-1,-1 1-97,0 3 1,1 0-1,0 2 1,0 0-17,0 0 0,2 1 0,-1 0 0,1 1-51,0 2 0,-1-2 0,3 0 1,0 2-139,0 0 0,0-1 0,1-1 0,1 0 1,1-1-1,1 0 0,1-1 0,1-2-836,1 0 1,-2-3 929,0-1 0,-4-3 98,2-3 1,-3-1 0,0-3 0</inkml:trace>
  <inkml:trace contextRef="#ctx0" brushRef="#br1" timeOffset="2.56249E6">6080 985 8355,'4'0'29,"-1"1"0,-4 0 2,-1 2 1,0 2 0,-2 0-84,1 1 0,0 1 0,1 1 0,-1 0 150,-1 2 1,3 0 0,-2-2 0,0 3 0,1 0 71,0 1 0,2-2 0,0 0-66,0-3 0,0 0-47,0 0 1,3 0-1,1-3 9,3-1 0,0-2 0,0-2 0,0-2-124,0-1 1,-1-3 0,-1 0 0,0 0 0,1 0-264,0 0 0,1-2 0,-1 0 52,-1 0 0,1 1 0,-2 0 0,1 0-300,-1-2 0,-1 1 381,1 2 0,1-3 0,2-1 1</inkml:trace>
  <inkml:trace contextRef="#ctx0" brushRef="#br1" timeOffset="2.5633E6">6297 1027 8382,'-1'-5'256,"-1"1"0,1 0 0,-3-2-50,1 2 1,-1 2-1,2 0-126,-3 1 0,-1 1 0,-1 0 1,1 1-1,0 1-68,2 3 0,-1 0 0,-1 1 0,0-2-57,2 2 1,0 0-1,-2 0 1,2 0-130,1-2 0,0 0 1,2 2 80,-2-1 0,1-3 0,3 2-201,1-1 1,0-1-1,2-2 187,2 0 1,-2 0-1,0-1 51,2-1 1,0 1 0,1-1 0,0 1 50,0 1 0,-2 0 0,0 0 91,0 0 1,-1 3-1,0 2 1,-1 1 0,-2 1 131,0 0 1,-2 0 0,0 0 0,-2 0-97,-1 0 1,2 0-1,-3 0 1,0 1-142,1-1 1,-1-3 0,2 0-919,-1-1 468,2 3 0,0-8 1,4 1-1,3-3 219,1-3 0,1 0 0,0-4 0</inkml:trace>
  <inkml:trace contextRef="#ctx0" brushRef="#br1" timeOffset="2.5633E6">6360 1048 8355,'4'3'107,"-1"1"1,-3 3 122,0 0 1,0 1-1,0 1-173,-3 0 0,3 3 0,-3-2 0,2 1-106,-2 1 1,3 2 0,-4-1 0,2-1-274,0 0 1,-1-3 119,3 0 1,1-4 0,2-4 0,0-3-87,1-5 1,3-4-1,0-6 1,1-4 0,1-2-390,-1-2 677,-1 2 0,0-4 0,0 2 0</inkml:trace>
  <inkml:trace contextRef="#ctx0" brushRef="#br1" timeOffset="2.5633E6">6431 809 7583,'-3'7'164,"0"0"160,-1 0 1,2 0-991,-3 0 1,1 3-1,-3 1 1</inkml:trace>
  <inkml:trace contextRef="#ctx0" brushRef="#br1" timeOffset="2.56406E6">6550 1069 8355,'0'4'-61,"1"-1"0,1-3 1,3-1-144,1-1 1,1-2 0,0-3 280,0 0 1,0 0 0,-1 0 0,0 0 74,-2 0 0,-2 2-2,0 1 1,-2 2 16,-2 0 0,-2 1 0,-4 2 16,-1 1 1,0 2-1,-2 3 1,1 0 12,-1 0 1,2 2 0,-1 1 0,1-1 0,-1 1 49,2-1 0,0 0 0,2-1-165,1 2 1,-1-3-1,4 3 1,1-3-242,0 1 0,1-1-26,0 0 1,1-4-1,1 0 1,3-2 0,1-1-1,1 0-271,0 0 0,2-3 1,1-1-1,1-1 105,2-3 1,-2-1-1,0 2 1,-1 0 10,1-3 1,1-1-1,2-3 1</inkml:trace>
  <inkml:trace contextRef="#ctx0" brushRef="#br1" timeOffset="2.56406E6">6704 971 8355,'0'7'201,"-2"0"1,-1 0 0,0 0 0,-1 1 0,1 0 0,-1 2 0,1 1-6,0 2 0,-1-1 0,3 1-216,-1-1 1,-1-4 0,3 2-51,0-3 0,0 0-37,0 0 1,3-3 0,1-2 0,1-4 1,0-2 0,0-5 1,4-1-1,1-1 0,0-2 47,0 0 1,0 0 0,0 0 0,0 2 66,1 1 0,0 2 0,-4 2 0,2 2 84,0 1 1,1 2 0,-4 3 59,-1 3 1,0 2 0,-3 2 0,0 3 44,-1 1 1,-1 4 0,-1-1 0,-1-1-244,0-3 0,-1 2 0,1-4-417,0 1 0,0 0-1390,2-4 1336,0 0 1,6-3-1,2-1 1</inkml:trace>
  <inkml:trace contextRef="#ctx0" brushRef="#br0" timeOffset="3.87228E6">6202 175 9595,'0'-11'3879,"0"5"-3322,0 1-482,0 15 1,0-3 0,0 8 0,0-2 52,0-2 1,3 0-1,1 0 1,-1 0-89,-2 0 0,0 1-17,3-1 1,-3 4-1,3 1 1,-3 0 0,-1 0-1,0-2-17,0-2 0,4 3 0,0 0 1,-2-1-1,-1-2 0,-1-1 1,2 1 50,1-1 43,-2-5 0,8-6 1,-5-8-1,0-1-41,1-3 1,-3 0 0,6-2 0,0-2-43,2-1 1,-2-2 0,-1-2 0,3 1-26,4 1 1,-2 1 0,3-5-1,-3 1 1,0 1 34,-1 2 1,0 0 0,0 4-91,0 1 0,0 2 1,-1 0-1,-1 1-551,-1 0 1,-6 4-2517,2-1 1733,-3 6 1,-6 7 0,-1 7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18:42:26.799"/>
    </inkml:context>
    <inkml:brush xml:id="br0">
      <inkml:brushProperty name="width" value="0.04536" units="cm"/>
      <inkml:brushProperty name="height" value="0.04536" units="cm"/>
      <inkml:brushProperty name="color" value="#1F80FE"/>
    </inkml:brush>
  </inkml:definitions>
  <inkml:trace contextRef="#ctx0" brushRef="#br0">403 184 8163,'-7'4'413,"-1"-1"0,6 0 0,-2-7-101,3-3 1,1 1-1,1-2 1,2-1 0,0 0-1,0-3 170,-2 1 0,-1 0 1,0 0-1,0 0-331,0-1 1,0 1 0,0-1-82,0-3 1,0 6-1,-1-2 1,-3 2-1,-3 3 70,-3 2 1,-3 3-1,0 1-74,-2 0 1,-6 9-1,0 3 1,-4 4 45,0 4 1,1 1 0,1 3-19,-3 2 0,3-2 1,0 3-1,3-1 0,1 1-15,2 2 0,-1-3 1,6 3-1,0-2 0,3-2-75,3-2 0,2 0 0,4-2 0,0-2-383,0-5 1,5-5 0,4-3 130,4-1 1,6-3-1,7-10 1,4-8-1,3-9 1,3-7-707,2-4 0,-1-8 800,-4 0 1,0-1 0,-4-2-1,-2 4 1,-5 7 27,-3 5 0,-3 4 543,-5 5 0,-1 4-5,-3 3 1,-2 9-1,-6 7 1,-3 9 0,-3 8-135,-3 3 1,-1 6 0,1 2-1,1 1-77,2-1 0,0 1 0,-1 4 0,0-2-138,0-2 1,3 1 0,1-5-1,3-1-236,1-2 0,0-5 0,1-4-345,3-6 1,2-3 0,5-5 0,0-1-648,0-3 0,4-3 1,0-8-1,0-4 464,1-2 260,2-1 1,4-11 0,0-1 0</inkml:trace>
  <inkml:trace contextRef="#ctx0" brushRef="#br0" timeOffset="483">582 262 8355,'-12'-17'0,"-2"2"488,-1 3-292,0 0 1,4 2-1,1 2 647,3 0 0,-2 5-436,5-5 1,2 4-1,7-2-320,6 1 0,5 2 0,8 1 0,3 0 0,5-2-257,4 2 1,7 0 0,-2 2 0,3 0-681,5 0 0,-3 0-316,2 0 0,-2 5 0,-1 2 0</inkml:trace>
  <inkml:trace contextRef="#ctx0" brushRef="#br0" timeOffset="482">795-207 8410,'-2'15'843,"-1"0"0,-2 6 0,-4 1-388,2 7 1,0-1-1,-1 2 1,1 2-473,2 4 0,1-2 0,1 1 0,-1-4 0,2 0-192,1 1 1,1-3-1,0-3-386,0-3 0,0-5 0,0-3 0,0-3 0,0-1-788,0 0 0,-2-4 1239,-1-4 0,-9-1 0,-5-2 1</inkml:trace>
  <inkml:trace contextRef="#ctx0" brushRef="#br0" timeOffset="3938">1700-73 8005,'-7'-6'-163,"1"1"1,-1 1 3682,1 0-1854,4 1 1,-2 3-1304,8 0 1,-3 5 0,4 3-1,-1 5 118,-1 2 0,5 4 1,-3 0-1,1 3 1,1 4-1,1 4-190,-1 3 0,1 0 0,3 1-184,0-1 1,0 1 0,0-2-1,1-2 1,-1-4-65,0-2 1,0-6 0,0 0-172,1-2 1,-1-3 0,0-5 0,0-4-70,0-3 1,0-6 0,-1-4 147,-2-5 0,2-4 1,-3-8 28,3-4 0,-2-2 0,-1-3 0,0-1 0,1-3-144,-1 0 1,-3-1-1,2-2-154,-1 1 1,3 8-1,-5 1 1,0 5-1,-2 6-473,-1 4 36,0 10 0,0 3 0,0 8 0,0 5 0,0 3-3727,0 3 3929,0 5 0,5-3 0,1 6 0</inkml:trace>
  <inkml:trace contextRef="#ctx0" brushRef="#br0" timeOffset="4954">2170 173 8355,'-11'11'725,"-1"-1"109,1-3 0,5 3-506,2-2 0,4 1 0,4-2 0,5-3-107,4-3 1,2-1 0,6 0 0,3-1-294,0-3 1,4 1-1,1-3 1,1 0-1,-2 1-1075,-1 0 1,3-2 5,-4 3 1,5-5-1,-2 3 1</inkml:trace>
  <inkml:trace contextRef="#ctx0" brushRef="#br0" timeOffset="4183">2248 5 8355,'-6'0'3845,"1"0"-3588,5 0 1,0 1-1,1 2 1,3 2-1,3 0 1,4 0-1,3-3 1,2 0-135,2-2 1,-1 3-1,3 1 1,-1-2-394,0 0 1,-1-2-1,-1 0 1,-1 0-1,-2 0-3307,-2 0 2553,0 0 0,-1-5 0,0-1 1</inkml:trace>
  <inkml:trace contextRef="#ctx0" brushRef="#br0" timeOffset="4955">2729-73 8355,'-2'-6'522,"-1"2"672,1 3 0,-6 2 0,4 3-546,2 3 0,4 3 0,2 1-458,-2 0 0,3 6 0,-1 1 0,0 3 0,-1 2 0,1 0-86,-1 3 1,-1 3 0,1 5 0,0 0 0,0 2 0,-2 3 0,-1-1 0,1 1 0,2-3 0,2-3-466,1-3 1,-2-4 47,3-7 0,1-8 0,3-7 121,0-3 0,1-8 0,2-8 1,2-11-39,2-9 1,-4-2 0,4-7 283,-2-2 0,-1 0 0,-4 5 1,-1 4-1,-1 3 149,-2 5 0,-1 1 0,3 7 0,-3 2 215,-1 5 1,0 6-239,-1 4 1,-3 9 0,3 7-105,-3 5 0,-1 4 0,0 1 0,0 2 6,0 2 1,0-1-1,0 4 1,1-2-150,3-2 0,-1-5 1,3-3-1,0-1-103,0-2 1,5-7 0,4-3 0,0-4 192,1-4 0,2-3 1,4-8-38,1-4 1,-1-3 0,0-3 0,1-2-152,-1-2 1,-1 4 0,-1-2 0,-3 1 0,-1 0-1560,-2 1 1,-6 5 312,-5 1 0,4 1 0,-1-5 0</inkml:trace>
  <inkml:trace contextRef="#ctx0" brushRef="#br0" timeOffset="5517">3511 139 8355,'-11'12'57,"0"-3"0,1 0 644,3-1-457,2-1 0,5 0 0,1 0 0,3-2 1,3-2-1,4 1 367,4 0 0,1 0-492,3-4 0,3 0 1,-1 0-1,5 0-358,3 0 0,1 0 1,2 0-1,-1 0-2527,-1 0 2046,-5 0 0,2 0 0,-5 0 1</inkml:trace>
  <inkml:trace contextRef="#ctx0" brushRef="#br0" timeOffset="5229">3500 39 8355,'-1'-7'213,"-3"4"1,2 0 771,-6 0 42,6 1 0,-2-3 1,8 5-1,4 0-817,6 0 1,3 0 0,7 0-1,1 0 1,1 2 8,-1 1 0,2-1 1,0 1-769,2-1 1,0-2 0,-1 0-359,-5 0 0,-2 0 1,-6 0-1,-2 0-239,0 0 1,-7 4 0,-1 3 0</inkml:trace>
  <inkml:trace contextRef="#ctx0" brushRef="#br0" timeOffset="5893">4227 285 8144,'7'-4'0,"1"-1"0,0-2 178,2-6 1,1 1 0,1-7 0,0-1 0,2-2 283,1-4 1,1 2-1,-3-3 1,2 1-74,-1 0 1,-7 3-1,-3 6 1,-3-1-58,-1 1 0,-5 3 1,-3 0-1,-6 1-92,-4 2 1,-9 5 0,-2 2 0,-6 4 22,-6 4 1,4 4 0,-7 10 0,4 5 0,4 5 236,2 3 0,1 1 0,2 2-157,1-1 1,9 1 0,0-1-221,4 1 0,6-2 0,4-2 1,2-4-95,3-2 1,7-3 0,6-3 0,6-4-204,5-5 1,5-6 0,3-8-1,2-5 1,3-6 0,1-4-175,1-3 0,-1-3 0,-6 1-40,-4-1 0,-2 0 0,-3 5 0,-3 1-1551,-3 1 1,-4 4-1,-2-2 935,-1 1 1,-1-4-1,4 2 1</inkml:trace>
  <inkml:trace contextRef="#ctx0" brushRef="#br0" timeOffset="6128">4562 296 8355,'0'11'-1229,"0"0"1,-1 4 2442,-3 0 1,2 9-1,-5-2-405,3 2 0,-9 0 0,1 2 0,-4 3-502,-4 0 1,-3 3-1,-2-3 1,-2 0-614,-1 1 0,1-1 0,-1 1 0,1-4 191,2-3-1619,6-5 1,3-2-1,5-5 1</inkml:trace>
  <inkml:trace contextRef="#ctx0" brushRef="#br0" timeOffset="7708">6105 83 9359,'-16'5'501,"-2"2"-359,-4 4 0,3 0 0,2 0 0,2 0 0,4 1 1,3-1-1,4 0 0,2-1 0,5-2 0,5-1 0,6-2 1,7-3-1,7-1 1037,5-1 0,7-1-1408,-3-3-42,5-2 0,3-5 0,7 0 0,3 0 0,0 0 0,-3 1-266,-4 2 1,-1-2 0,-2 4-2132,-4 0 2118,5-4 0,-21 4 0,7-6 0</inkml:trace>
  <inkml:trace contextRef="#ctx0" brushRef="#br0" timeOffset="6660">6373-163 8761,'-7'5'580,"-1"3"1,5 2 0,-5 2-1,1 3 1,-1 4 0,2 3 0,0 3 67,0 1 0,-1 5 0,-1 0 0,2 4-473,1 2 0,-4 7 1,3-2-1,-2 3-184,1-2 0,3-6 1,-2 1-1,1-5-307,2-3 1,2-4-1,0-7 1,-2-4-2576,0-3 0,-1-7 1609,4-5 1,1-10 1095,3-9 0,-3-7 0,4-2 1</inkml:trace>
  <inkml:trace contextRef="#ctx0" brushRef="#br0" timeOffset="7709">6798-51 8355,'-6'-11'0,"-4"0"436,2 0 690,-1 5 157,2-4 0,2 10-694,5 0 1,2 10 0,0 9-274,2 6 0,-2 3 0,-4 6 0,-3 6 55,-1 1 0,-2 3 0,-3 3 0,-1 2-121,-3 2 0,2-7 1,-2-2-1,4-6-125,4-7 1,-2-6 0,5-4 19,2-4 0,3-10 0,5-9 1,7-10-538,3-5 1,4-10 0,6-5-92,4-5 1,2-1-1,1 1 1,0 3-1,-3 5 156,-4 3 1,-3 3 0,0 6 0,-2 4 252,-3 3 1,-2 6-1,-4 2 429,-1 3 1,-1 7 0,-3 5-137,-3 7 0,-3 4 1,-2 3-1,-3 2 37,-3 2 0,1-1 1,-1 3-1,1-2-120,0-2 0,2-1 1,-2-3-1,1-2-561,3-3 0,0-1 0,2-6-1320,0 0 0,2-1 0,3-3 1139,6-3 1,1-9-372,7-6 1,-1-5 0,5-7 0</inkml:trace>
  <inkml:trace contextRef="#ctx0" brushRef="#br0" timeOffset="7710">7268 173 8355,'0'11'2117,"0"0"-1481,0 0 0,0 1-552,0-1 1,1 0 0,3 0-1,2 0 1,2-1 0,2-1 256,3-2 0,5-4-177,1 1 0,2-3 0,2-1 0,0-1-80,3-3 1,-1 0-1,5-6 1,0-3-61,-2-4 0,0 1 0,-6-4 0,0-1-159,1 1 1,-6 4 0,-2-1 0,-4 1 193,-3 2 0,-3 2 0,-7 2-33,-1 2 1,-9 0 0,-7 5 0,-5 4 167,-2 5 0,-5 6 1,1 3 180,-2 3 1,-2 3 0,2 3 0,2 1 0,4 1 0,4-1 22,3-2 0,3 3 0,6-1 0,2-2-310,5-4 1,3-5 0,5 1 0,6-3 0,8 0-789,5-1 0,5-5-211,4-2 0,5-3 1,0-1-1285,2 0 0,1-5 0,4-1 1</inkml:trace>
  <inkml:trace contextRef="#ctx0" brushRef="#br0" timeOffset="8152">8911-129 8355,'-11'0'0,"3"0"487,1 0 1,-1 0 1722,-3 0 0,1 1-1740,3 3 0,3 6 0,7 6 1,2 3-220,1 4 0,1 5 0,3 5 0,-1 1-87,-2-1 1,-4 5-1,1-2 1,-3-3 0,-1-2 314,0 0 1,-5-2-231,-3 1 1,1-6 0,-3 1 0,-2-4-133,-1-2 0,1-5 0,-1-1 0,0-3 0,-2-4 93,1-1 0,-2-1 0,0-4-1132,-2 0 1,5-5 0,-2-2 0,4-4 0,3-3-407,4-1 0,3-6 0,4 0 0,4-5 83,8-3 0,10-1 0,4-3 1</inkml:trace>
  <inkml:trace contextRef="#ctx0" brushRef="#br0" timeOffset="8662">9224 329 8355,'11'-6'213,"-3"-4"0,-1 3 0,1-3 1,-1-1 606,0-1 1,-4 1 0,1 0-410,-3 0 0,0 0 0,2 0-168,0-1 0,1 1 0,-5 0 0,-2 0-39,0 0 1,-6 0 0,2 1 0,-3 1 49,-2 1 1,1 6 0,0-2-47,0 3 1,-5 1 0,-2 0 0,0 1-1,-1 4 1,0 5 114,2 4 0,-4 6 1,4-3-1,-2 2-182,0-1 1,6 1 0,-2 3 0,2 1-124,2-1 1,4-3-1,0-2 1,2-1-1,3-1-551,1 1 1,6-7 0,2 1-32,3-4 0,3 2 0,1-5 128,5 0 0,2-7 0,3-5 0,1-4-8,1-6 0,4-2 0,-4-1 0,-2-1 269,0 1 1,-7 4 0,-2 4 0,-2 1 1361,-2 2 1,-4 3-750,1 1 1,-6 6 0,1 1 0,-6 7-78,-4 7 1,1 3 0,-2 4 0,0 1-287,-2 0 1,-2-5 0,1 7-1,1-2-427,3-2 0,-2-1 0,5-1 0,2-3-1876,1-2 1,6-6-1,2-1 1425,3-1 1,6-6-1,2-5 1</inkml:trace>
  <inkml:trace contextRef="#ctx0" brushRef="#br0" timeOffset="9012">9627 195 10229,'9'-1'589,"-1"-3"0,-2-1 0,-3-3 1,-1 0-1,-3-1 0,-5 1-204,-4 0 0,-3 3 1,0 5-1,-4 0 0,0 0 1,-2 3-1,1 3 102,-1 5 0,1 7 0,-4-2-300,4 1 0,-2 5 0,5 5 0,1-3-51,2 0 0,1-3 0,1-1 0,2-1-94,5 1 0,1-4 1,2 0-1,2-3-348,1-1 1,0 1-1,6-6 1,2-1-636,2-3 0,6-1 0,-3-2 0,2 0-16,1 0 1,4 0-1,2-2-492,1-1 1,5-3 0,-3-6 0</inkml:trace>
  <inkml:trace contextRef="#ctx0" brushRef="#br0" timeOffset="9915">9906 240 8355,'0'7'0,"0"1"424,0-1 0,1 3-90,3-2 1,-2-3-1,6-5 14,1 0 0,-1-2 1,1-1-1,-2-5 1,2-2 116,1-1 1,0-4 0,-1 0-160,-2 2 1,-4 0 0,0 2 0,-1 0-16,-2 0 1,-5 1 0,-3 2 0,-3 5 0,-4 1 8,-4 2 1,-2 2 0,-1 3-1,0 4 1,-1 6 3,1 3 0,1-1-117,2 2 0,-1 2 0,5-2 0,2 2-50,0 1 1,3-3 0,2-2 0,1-1 0,2-1 48,3 1 0,1-7 1,1 2-829,0-1 0,5-5 0,2-1 0,4-3 0,4-1 114,4 0 1,2-6 0,1-4 0,1-5 0,2-2 0,2-3-1,4-1 1,1-2-1217,4 1 0,-7-5 0,3-2 0</inkml:trace>
  <inkml:trace contextRef="#ctx0" brushRef="#br0" timeOffset="9916">10297-185 9146,'-5'-6'451,"0"2"1,-3 8 0,0 3-160,0 3 0,1 5 1,0 1-1,-2 2 231,-1 2 0,-1 6 0,1 2 0,1 3-10,2 3 1,-1-3 0,-3 6-330,0-2 0,1-1 0,1-2 1,3-1-201,1-1 1,2-9 0,3 0 0,0-4-118,0-3 1,0-2 0,1-2-3,3-2 1,2-5 0,5-6 0,1-6-50,3-5 0,3-4 1,4-7-1,-1-1-129,-2 1 0,2-1 1,-2 2-1,2 4 1,0 3 381,-3 3 0,2 3 1,-4 4-1,1 3 57,-1 3 0,-1 2 0,-5 3 0,-3 4 513,-3 6 1,-3 0-1,-1 4-29,0 2 1,-1 1-1,-4 2-233,-6-1 0,-1 0 1,-4 1-1,0-1-197,-3 1 1,-5-1-1,-2 0 1,-1 1-199,0-1 1,2-3 0,-3-2-1,2-1 1,3-3 105,3-5 1,7 1-981,-2-5 1,7-2 0,6-6 0,4-4 0,6-5-707,2-2 0,6-6 0,4 0 0,3-4 844,3 1 0,6-5 0,-4 0 0</inkml:trace>
  <inkml:trace contextRef="#ctx0" brushRef="#br0" timeOffset="10393">10711 117 8355,'0'-7'1052,"0"-1"-190,0 6 13,0-3 0,0 6 0,0 3-381,0 3 0,-5 8 1,-1 4-1,-2 2 1,1 1-227,-2 0 0,-1 4 0,-1 1 0,0-3-19,0 0 0,3-2 1,2-1-1,0-1-576,0-1 0,3-5 1,-1 1-2207,3-3 1464,1-6 0,5-3 0,3-10 0,1-5 0,3-4-1334,-1-4 2293,0-1 0,0-6 0,0-2 0</inkml:trace>
  <inkml:trace contextRef="#ctx0" brushRef="#br0" timeOffset="10394">10856-319 8355,'-5'-6'743,"-2"3"-557,-3 6 0,-1 3 0,0 5-73,-1 0 1,5 0 0,1 1-318,1-1 1,1 0 0,4 0-711,0 0 1,5 6 0,1 0 0</inkml:trace>
  <inkml:trace contextRef="#ctx0" brushRef="#br0" timeOffset="11238">11046 195 8355,'7'5'271,"-3"-4"1,-2 4 0,1-5 0,5 0 0,1-1 0,-1-3 0,0-2 799,0 0 0,-1-4 0,-1 3-863,-1-3 0,2 2 1,-3 1-1,-1-2-1,-2-1 1,-6 0 0,-3 2-26,-2 0 1,-6 6 0,-2-2 0,-4 3 0,0 1 278,0 0 0,-1 1 1,1 3-293,0 3 1,-1 3 0,2 1 0,1 2 0,3 1-18,1 5 0,-3-2 1,4 2-1,3 0-192,3-2 1,0 4 0,6-3-276,0-1 0,2-1 0,2-5 1,3 1-165,3-1 1,5-4 0,3-1 0,3-1 143,3-2 0,3-7 0,2-3 0,4-5 1,1-2-83,-1-5 1,-3-1 0,-5 0 399,1 2 0,-2 0 0,-3 0 0,-3 4 1,-3 4 2051,-5 2-1734,-2 6 0,-10 6 0,-2 8 0,-5 3 35,-3 1 0,2 4 0,-5-3 0,2 2-351,3 0 0,0-4 0,2 2 0,1-1 146,3-2 0,2-2-1767,5-1 0,5-1 1,3-2-1,6-4-2111,5-3 3460,-3-6 0,10-1 0,-3-6 1</inkml:trace>
  <inkml:trace contextRef="#ctx0" brushRef="#br0" timeOffset="11239">11438 72 8685,'-5'11'0,"-2"1"2620,1-1-2311,-4 0 1,5 0 0,-3 2 0,0 0 0,-2 3 0,-2 2 0,-3 2 0,1 1 0,3 0 0,2-1 0,3-3 333,1-1 1,1-1 0,4-4-642,0 1 1,2-3 0,1-1 0,5-4-1,2-3-464,1-1 0,1-1 0,2-3 181,1-4 0,5-6 1,0-5-1,2-1 132,0 1 1,7-2 0,-7 3 0,2-2 225,0 1 1,-3 3 0,-3 5 0,-3 1 427,-2 2 1,-2 4 75,0 4 0,-5 8 0,-3 5-156,-6 3 0,-3 4 1,-5 4-1,-2 3-398,-1-3 0,1 1 1,-2-1-1,4-1 1,4-3 15,3-2 0,-1-3 0,1-4 1,3 0-1619,3 0 0,8-5-862,5-2 0,10 2 0,-1 1 0</inkml:trace>
  <inkml:trace contextRef="#ctx0" brushRef="#br0" timeOffset="11601">12813 5 8355,'-7'5'1453,"-2"-2"-948,1 4 0,-1 2 0,1 4 0,1 4 198,3 0 1,-5 2-1,3 3 1,-1 2-471,4 2 1,-2-3 0,0 3 0,0-2-123,0-2 0,1-1 1,4-1-1,0-2-92,0-2 0,0-1-1403,0-4 1,1-6-1,3-5 1,3-8 350,3-5 1,2-5-1,-2-4 1,-2 0 866,0-1 1,-1-9-1,4-3 1</inkml:trace>
  <inkml:trace contextRef="#ctx0" brushRef="#br0" timeOffset="11849">12913-330 8355,'0'-11'718,"0"-1"1,-5 7 0,-2 5 0,-3 7-301,-1 3 0,3 1-561,1 0 1,4 4-1,0 0 1,1-2 0,2 0-1,0-2-2462,0 0 1887,0 0 0,10 6 0,3 0 0</inkml:trace>
  <inkml:trace contextRef="#ctx0" brushRef="#br0" timeOffset="12246">13383 117 9313,'10'-9'0,"-3"-2"0,-3-1 0,-2-1 599,2 2 1,-1 4 0,3-1-266,-1-1 1,-1 0 0,-4-3 0,-2 2 0,-1 3 0,-6 2 0,-4 1-14,-1 1 1,-6-1-1,1 4 1,-2 0-200,-1 0 1,-2 5 0,-1 2-30,-1 3 0,-1 3 0,3 0 0,1 3-78,1 2 0,4-5 0,-1 4 1,5-2-1,6 1 0,4 1 102,3 3 1,1-3-368,0 2 1,5-5 0,3 2-1,5-1 1,3 0 173,1-2 1,2 0 0,2-2 0,-1 0 277,-1 0 1,-6 0 0,2 1 0,-2-1 154,-2 0 0,-5 0 0,-2 0 0,-3 0-83,-1 1 0,-9-1 1,-3 1-1,-4 2 0,-4 1-625,-1-2 0,-2 0-532,1-2 1,-2 0 0,0 0 0,-4 1-1095,0-1 1,-2 0 0,-4 0 0</inkml:trace>
  <inkml:trace contextRef="#ctx0" brushRef="#br0" timeOffset="26625">-636 374 8464,'-7'-1'2017,"4"-3"-1893,1 3 0,2-5 0,0 2 0,2-2 1,0-2-1,2 1 0,0-1 0,1 1 1,1-1 632,0 0 0,3 2-430,-6-2 1,2 6-76,-1-2-73,-3 3-235,4 6 0,-5 1 97,0 5 0,0-4 0,0 1 0,-1-1 32,-3 0 1,2 3-1,-6-4 1,0 2-8,-2 4 0,-1-4 1,-1 8-51,1 1 1,0-5 0,1 3 0,3-3 84,3 0-163,3-1 0,9-6 1,4-7-1,0-8-24,0-7 0,3-4 0,0-1 65,-1-1 1,-2 2 0,0 1 113,-1 2 1,-5 8 0,-2-1-52,-3 1 1,-2 5-1,-2 2 1,-2 6 0,-1 4-81,-3 3 0,-1 5 0,0 0 1,2-2-1316,0 0 0,6 2 702,-2 0 1,4 0-587,4-4 0,7-5 0,6-1 0</inkml:trace>
  <inkml:trace contextRef="#ctx0" brushRef="#br0" timeOffset="13044">2393 1738 8355,'0'-11'1628,"0"0"149,0 4-1511,0 2 1,4 7-1,0 1 1,-2 6-1,1 5 1,-1 4-1,3 5 1,0 3-1,1 4 1,1 2-1,0 2 1,0 0-1,1 2 1,-1 3 574,0 1 0,1-4-615,-4 1 0,3-2 0,-3-3-17,-1-2 1,-3 1 0,-4-5-1,-3-3 57,-3-3 1,-3 0 0,-1-4 0,-2-1 0,-1-1-162,-3-4 1,-1-6 0,-1-1 0,-1-1 1,1-4 0,0-1 0,-1-6-599,1-5 0,3-3 0,2-5-164,1-1 0,4 0 0,6-2 0,1-1-98,3 1 0,3 0 0,5 1 0,7 1-742,3 2 1,6 6-1,6 0 638,0 2 1,7 7-1,5 1 1</inkml:trace>
  <inkml:trace contextRef="#ctx0" brushRef="#br0" timeOffset="13502">2841 2219 8355,'-7'-6'1371,"1"1"0,2 5-490,-3 0 1,-3 1-1,-1 3-671,0 3 1,-1 7 0,1 2-1,-1 1 45,-3 3 1,2 1 0,-1 2 0,1-1 0,2 0 16,0 1 0,1-1 0,1 0 0,3 1-196,1-1 0,-2 0 1,3 0-1,1-3-342,2 0 0,1-4 1,0 2-78,0-1 0,5-1 0,3-3 0,1-1-774,3 0 1,3-5 0,1-2 0,1-3-106,3-1 0,1 5 0,1 1 1</inkml:trace>
  <inkml:trace contextRef="#ctx0" brushRef="#br0" timeOffset="13869">3019 2565 8355,'0'-11'49,"2"0"0,0 0 1,2 0-1,-2-1 1,0 1 350,-2 0 1,0 0 0,0 0-1,0-1 14,0 1 1,-5 1-1,-3 2 1,-2 0-20,-1 0 0,0-1 0,0 0 0,-2 3-165,-2 1 1,3 1-1,-4 4 125,0 0 1,2 6-1,-3 4 1,0 5-33,4 3 0,0 4 1,2 4-195,0-1 0,1-1 0,3-2-161,3 0 1,3 1 0,1-2 0,0-3-1,0-3 1,1-2 0,3-2-473,3 0 1,7-5-1,2-2-224,1-3 1,-2-1-1,4 0 1,1-1-1,1-3-725,1-3 1,0-8-1,1-2 1</inkml:trace>
  <inkml:trace contextRef="#ctx0" brushRef="#br0" timeOffset="14187">3165 2588 8355,'-2'11'66,"-1"0"147,-3 0 0,-2 0 62,1 1 1,0 0-1,-1 2-15,0 1 0,5 1 0,-4-1 0,1 2 0,0 2 0,-2-1 0,1 1 0,0 0 0,-2-2 0,-1 0 0,0-1 0,1 1-689,2-4 0,1-4 0,-3-3-1280,1-1 0,2-4 1120,-1-8 1,2-6-1,5-9 1</inkml:trace>
  <inkml:trace contextRef="#ctx0" brushRef="#br0" timeOffset="14839">3377 2532 8355,'8'6'196,"-1"-2"0,2-3 1,1-4-1,0-3 1,-2-5-1,0-1 537,0-1 0,-1 2-618,0 0 1,-4 0 0,0-1 0,-1 1-1,-4 1 1,-1 3 229,-5 3 0,-2-1 1,-2 2-1,-3 0-66,-4 2 1,-1 1 0,0 0 0,2 1 172,-2 3 0,0 1 0,0 3-193,2 0 0,4-1 1,-1 6-1,3 0-136,0 2 0,5 5 1,1-2-1,0 0-65,-1 1 1,5-1 0,-2 5-1,3-2-415,1-2 0,4 0 0,1-4 1,2-1 0,5-2 0,0-2 1,4-2-1,0-4-172,3-3 0,3-6 0,3-4 1,2-6-590,2-7 1,-3-2-1,4-6 300,1-1 0,1-6 0,1-3 0</inkml:trace>
  <inkml:trace contextRef="#ctx0" brushRef="#br0" timeOffset="14840">3746 2040 8611,'0'11'1030,"0"0"-696,-5 0 0,4 1-86,-3-1 1,3 4 0,1 1 0,0 1 208,0 3 0,0 5 0,0 2 0,0 2 63,0 2 0,0-1 0,0 2-286,0 3 1,-4 1-1,-1-3 1,0 1-1,0-1-108,3 1 1,-3-7 0,0-3-1,0-4-28,0 0 1,-3-4-1,3 0 1,0-1-1888,1 0 1,-5 0-76,1-4 1,3 0 0,0 0 0</inkml:trace>
  <inkml:trace contextRef="#ctx0" brushRef="#br0" timeOffset="15151">4316 1827 8513,'8'4'1507,"-1"0"1,1 3-1173,3-3 1,1 1 0,3-2 0,2 0-205,1 0 0,3-2 0,-1 0 1,3 2-377,4 0 1,-1 1 0,-5-4 0,-1 0-660,-2 0 1,0 0 0,0 0 0,-3 0-351,-2 0 799,-2 0 1,0 0-1,0 0 1</inkml:trace>
  <inkml:trace contextRef="#ctx0" brushRef="#br0" timeOffset="15413">4450 2006 8355,'-17'15'0,"2"0"-495,3 0 1,2-4 0,2 0 643,5 1 0,1-1 0,2 0 0,2-1 1,1-1-1,6-2 0,5 0 0,5 1 1,6-2-1,5-1 0,2-1 1719,2 1-3869,0-4 1339,-1 4 1,1 0-1,-1 1 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18:42:43.207"/>
    </inkml:context>
    <inkml:brush xml:id="br0">
      <inkml:brushProperty name="width" value="0.04536" units="cm"/>
      <inkml:brushProperty name="height" value="0.04536" units="cm"/>
      <inkml:brushProperty name="color" value="#1F80FE"/>
    </inkml:brush>
  </inkml:definitions>
  <inkml:trace contextRef="#ctx0" brushRef="#br0">766 67 8355,'-11'6'0,"-1"-2"987,1-3 1,0-1 0,1-1 1428,3-3-2036,-3-2 1,3-5 0,-4 1-1,1 1-212,3 2 1,-7 3 0,3-2 0,-3 0 0,-2 1-1,-2 0 1,-3 2 0,-2 2 0,0 1 0,-2 1 0,-1 3-1,1 3 45,1 3 0,2 3 0,1 1 0,1 2 1,2 1-215,2 3 1,1 1-1,4 3 1,0 2-95,0 4 1,3 3 0,2 6-1,1 4 1,3 4 1,0 7 0,2-1-1,0 4 31,0 3 0,2 4 0,0 0-12,2 2 0,0 6 0,-4 1 0,0 3-50,0 2 0,-4-6 0,0 5 0,2-4-4,0-3 1,-1-5-1,-1-5 1,2-2-1,0-8 19,2-2 1,0-9-1,-1-3 201,-3-5 0,3 1 0,-4-8 0,1-1 0,-1-5-44,-1-1 0,-1 1 0,-4-3 0,-2-1-29,-2-2 1,-1-1-1,-4 1 1,2-3-76,-2-1 1,0 1 0,1-4 0,4 0-142,3-1 1,1 0 138,0-4 0,6 4 94,5 0 1,9-1 0,10-3-1,3 0 104,5 0 0,1 0 1,7 0-1,2-1 54,4-3 1,6-2 0,3-6 0,1-2-151,2-1 1,-3-3 0,-1 3-1,-3 0 1,-4 0 0,-3 0-1314,-1 1 0,-11 2 637,3 1 1,-7 2-1320,-4-2 0,2 2 0,-3-7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18:42:43.668"/>
    </inkml:context>
    <inkml:brush xml:id="br0">
      <inkml:brushProperty name="width" value="0.04536" units="cm"/>
      <inkml:brushProperty name="height" value="0.04536" units="cm"/>
      <inkml:brushProperty name="color" value="#1F80FE"/>
    </inkml:brush>
  </inkml:definitions>
  <inkml:trace contextRef="#ctx0" brushRef="#br0">90 1 8355,'-11'0'749,"-1"0"-667,1 0 1,0 0 0,0 1-1,1 3 1,1 2 0,3 1 1235,1 1 1,1-1 0,5 3-933,3-3 1,2 2 0,7-5 0,2-2-186,3 0 1,5-2 0,2 0-233,1 0 0,3-4 0,-1-1 0,-1 0-115,0 0 1,2-2-1,-5 2 1,-4 0-1,-3-2 1,-3 2-1363,-2 0 0,-1 2 17,0 3 1,-4-5 0,-2-1 0</inkml:trace>
  <inkml:trace contextRef="#ctx0" brushRef="#br0" timeOffset="482">738 135 8355,'9'-8'-71,"2"1"0,-6-1 0,6-3 242,-1 0 0,0-4 1,1 0-1,0 0 0,1-1 1,-3-1-1,0-1 170,-1 3 0,-6-1 0,2 1 0,-3 2-9,-1 0 0,-5 2 0,-2 1-144,-3 3 1,-5-2 0,-1 5 0,-2 2 0,-2 1 84,-1 1 0,-1 5 0,-2 2 0,-1 3-48,-1 1 1,0 5-1,5 3 1,1 2 3,2 1 0,-1 4 1,-3 2-1,1 0-86,2 3 0,3 2 1,6-1-1,1-1 0,3-2 69,1-2 1,2-6-597,7-6 0,2-4 1,7-3-1,2-5 1,3-1 207,4-2 0,5-10 0,3-6 0,1-7-101,-1-3 1,4-9 0,-3 2 0,0-2 1,-5 1 0,1 5 0,-5 4 0,-5 5 1000,-5 5-272,-1 8 1,-10 12-1,1 9 1,-4 8-104,-6 4 1,-1 1 0,-3 4 0,1-2-1,1-2-832,3-2 1,-2-2 190,5 0 0,1-6 0,3-2 0,1-3-4530,3 0 3951,7-6 0,1-1 0,4-5 0</inkml:trace>
  <inkml:trace contextRef="#ctx0" brushRef="#br0" timeOffset="2038">705 839 9522,'-8'0'571,"1"0"1,-2 0 0,-1 0 0,-1 0 0,0 0-97,-1 0 0,1 1 0,0 2 1,-1 2-172,-3 1 0,1 1 0,-3 6 0,-1 2-54,1 3 0,2 5 0,-4 3 0,1 4-114,0 2 1,1 5 0,3 2 0,-1 0 0,2 4 0,2 0 0,3 1 0,4-3 0,3-4 77,1-2 1,0-7-1,1-3-788,3-5 1,6-4-1,5-6 1,0-3-563,1-3 0,1-4 1,5-4-1,-3-4 1,0-6-890,1-5 0,-4-7 1870,-1-3 1,-3-4 0,0 0 0</inkml:trace>
  <inkml:trace contextRef="#ctx0" brushRef="#br0" timeOffset="2283">559 1186 8355,'-15'-19'0,"0"0"286,-4 6 1,5 0 0,-4 7 420,2 1 1,-2 1 1245,3 4-1883,0 0 0,10 2 0,6 0 0,9 2 0,8 0 206,3 0 0,3-2 0,5 3-1131,5 0 0,3-4 0,0 4-511,4 0 1,3 1-1,0 5 1</inkml:trace>
  <inkml:trace contextRef="#ctx0" brushRef="#br0" timeOffset="2756">2158 1186 6307,'-11'0'938,"0"0"0,3 0 790,1 0 1,3-4-586,-4 0 1,7 0-830,1 4 0,5 0 0,6 0 0,1 0 0,0 0-108,3 0 0,-1 0 0,4 0 0,1 0-172,-2 0 1,4 4 0,-3 0 0,0-2-185,1 0 0,-5 1 0,1 1 1,-3-1-505,-1-2 1,-3 3-1056,-1-1 0,-3 2-1928,3-1 3195,-4-3 1,-3 4 0,-6-5 0</inkml:trace>
  <inkml:trace contextRef="#ctx0" brushRef="#br0" timeOffset="5642">2683 940 8355,'-11'-12'1258,"5"5"-762,2 0 1,3 3 0,1-4-90,0 0 0,0 1 1,0 0-1,0-2-82,0-1 0,0 3 0,1-1-13,3 0 1,-2 3 2,6 1 0,-4 5 0,2 6-45,-1 4 0,0 9 0,-3 2 0,3 5-93,1 2 0,1 3-147,0-2 1,3 2-1,-3 1 1,3-2-1,2-3 1,-1 0 52,0-4 0,0 0 1,2-2-1,-1-1 0,2-1-365,-1-1 1,-6-4 0,2 2 282,-2-1 0,0-1 0,-3-2 93,-2 2 1,-5-3-1,-5 3 1,-3-3-34,-4 0 1,1-1-1,-3 0 1,-2-1-46,-2-3 0,5-2 0,-6-5 1,1-1-1,1-3-35,1-3 0,3-7 0,5-2 0,1 0 16,2 0 0,0-4 0,4 2 7,2 1 0,0-4 0,4 2 0,1-2 1,5-1-22,2-1 1,1 2 0,1 2 0,3 0-22,4-1 0,2-1 0,2 0 0,2 1-71,1 1 0,5 6 0,-1-4-17,3 1 0,-4 4 0,0-3 1,-2 4-205,-2 3 1,-3 2 0,-3 4-1,-4-2-500,-3 1 0,-2 3 0,-2 4-909,-4 4 0,-3 2 978,-1 1 0,0 0 0,0 0 1</inkml:trace>
  <inkml:trace contextRef="#ctx0" brushRef="#br0" timeOffset="5856">3164 1130 8355,'-6'0'695,"1"-5"1,9-1-1,1-4 1,1 1-1367,2 1 0,2 1 1,2-4-178,-1 0 0,0-1 0,0 1 1</inkml:trace>
  <inkml:trace contextRef="#ctx0" brushRef="#br0" timeOffset="6266">3667 917 8355,'5'-11'588,"-4"4"307,3-1 1,-3 4-415,-1-3 1,-1 5 0,-3-1 0,-3 6-113,-3 4 0,-5 4 0,-1 4 1,-1 4-193,-3 2 1,-1 2 0,-2 4 0,2 1-14,2 1 0,-2 2 0,4-4 0,0 0 27,2 1 0,3-2 0,4-4 1,2 0 35,1 1 1,1-2-1,4-1-138,0-2 0,1-3 1,3 3-1,3-1-133,3 1 1,3-5-1,2 1 1,3-4-1,3-4-26,2-1 1,-1-1-1,0-4-898,1 0 1,-1-6 0,-1-4 0,-2-5-1,-4-3-278,-3-2 0,-2-1 1,-2-1-740,-5 0 1837,-1-6 1,-2 5 0,0-5 0</inkml:trace>
  <inkml:trace contextRef="#ctx0" brushRef="#br0" timeOffset="6540">3466 1141 8355,'-11'6'-238,"0"-1"1,1-4 0,1 2 397,1 1 0,6 0 0,0-1 0,4 1-1,5-2 0,5 1 0,1-1 323,2 2 1,5 0 0,-1-3-1,2 1 1,1 2-113,1-1 0,3-2 1,1-1-1,0 0-686,1 0 1,-2-5 0,-3-3 0,1-2-1100,-2-1 0,3 0 0,-8 0 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18:42:50.939"/>
    </inkml:context>
    <inkml:brush xml:id="br0">
      <inkml:brushProperty name="width" value="0.04536" units="cm"/>
      <inkml:brushProperty name="height" value="0.04536" units="cm"/>
      <inkml:brushProperty name="color" value="#1F80FE"/>
    </inkml:brush>
  </inkml:definitions>
  <inkml:trace contextRef="#ctx0" brushRef="#br0">22 90 8355,'-4'-12'12,"1"1"499,-6 0 0,8 0 0,-3 0 1,4 0 112,4-1 1,3 6-1,7 2 1,2 3-401,1 1 0,3 0 0,5 0 0,4 0 0,0 0-116,2 0 0,8 0 1,-5 0-1,0 0-68,1 0 1,2 4 0,1 0-1,-2-1-50,-2 2 0,4 0 0,0 5 1,-1 0-106,-2 3 1,0 5 0,-9 1 0,-2 2 57,-4 1 1,-4 2 0,-6 1 0,-3 1-1,-3 0-101,-3 1 1,-1 2 0,-1 4 252,-3 1 0,-2 3 0,-5 2 0,-2 0-22,-2 4 1,2 4 0,-5 3-1,2 1-24,3 2 1,0 5 0,2 4 0,0 2 0,1 4-64,2 4 0,0-5 1,4 8-159,1-6 1,2 7-1,1 0-173,0-4 0,1-1 0,3-12 0,4 0 45,2-2 0,1-6 0,0-3 0,0-4 0,0-6 1,0-5-344,1-5 0,-1-6 1082,0-3 0,-5-5 99,-2 1 1,-4-8-1,-4-3 1,-3-4-1,-4-4 1,-4-2 0,-5-2-1,-4 1 1,-3-2-1,-2 1 165,-2 0 1,-1-1 0,-2 6-622,1 0 0,3 2 0,1 1-30,2 0 1,2 0 0,5 0-433,2 0 0,4 0 1,0 1-1,5 2 1,2 2-711,2 1 1,5-2 0,7 2-9,3-1-417,-2 3 1,13-1 0,-3 4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3-27T18:42:54.389"/>
    </inkml:context>
    <inkml:brush xml:id="br0">
      <inkml:brushProperty name="width" value="0.04536" units="cm"/>
      <inkml:brushProperty name="height" value="0.04536" units="cm"/>
      <inkml:brushProperty name="color" value="#1F80FE"/>
    </inkml:brush>
  </inkml:definitions>
  <inkml:trace contextRef="#ctx0" brushRef="#br0">-346 5148 11464,'-11'0'0,"0"0"0,0 0 0,0-1 0,-1-3 0,2-4 0,3-2 0,2-1 0,1 0 0,1-1 0,0-2 0,2-2 0,1 0 0,0-2 0,0 2 0,0-1 0,0 1 0,0-1 509,0 4 1,4 0 0,1 3-1,1 2 1,2 2-498,2 1 1,2 1-1,-1 5 1,-1 4 0,-2 6-1,-1 7 1,-1 3 152,0 1 1,-3 2 0,0 1 0,-1 1-52,-2-2 1,-2 4 0,-1-2 0,-4-3-64,1-3 0,-4 0 1,3-5-1,-2-1-77,2-2 0,-3-6 0,2-2 0,-2-3-41,-1-1 0,1-5 1,3-3-158,3-6 0,3 2 0,1-5 72,0 1 0,0 3 1,1-6-1,3 0 1,3 1-1,3 0-27,1 2 0,0 5 180,1 4 1,-1 0 0,0 0-1,0 4 153,0 6 0,-4 3 1,-2 5 166,-1 1 0,-2-1 0,1 1 0,-3 1-112,-3-2 1,0 5-1,-3-7 1,0-1-631,0 2 1,3-4 0,-2 1 48,0-2-1730,4-2 0,1-3 0,6 0 1</inkml:trace>
  <inkml:trace contextRef="#ctx0" brushRef="#br0" timeOffset="1124">828 5137 8218,'-4'-12'0,"1"1"0,-1 0 105,-1 0 0,3 0 1,-5 0-1,1-1 1,1 1-1,-1 1 494,0 3 1,-2-2 0,-2 4 0,2 0-69,0 0 1,6-4 0,-2 2-215,3-3 1,1 3 0,0-1 166,0-1-359,0 5 1,0 6 0,0 13 0,1 11-1,1 9 42,2 6 1,0 7 0,-4 6-124,0 4 0,1-3 0,2 2 0,0-3 20,0-4 1,2-4 0,0-5 0,0-5-2,0-5 1,2-5 0,-2-7 0,0-4-101,0-3 1,4-6 0,-2-3 0,3-7-16,1-7 1,2-6-1,0-9-190,2-4 0,1-4 0,-2-2 0,2-2 35,2-2 1,-5 0-1,2 0 1,-2 6 63,-2 3 0,3 7 0,-2 0 44,-2 4 1,-1 7 0,2-1 64,0 5 0,-5 11 0,-2 9 0,-2 6 0,1 6 197,1 3 0,-1 4 1,-3 6-60,0 1 0,2 0 0,0-5 0,2-2 94,-2-4 1,3-3-1,0-5 1,1-3-26,3-2 0,-3-7 0,2-2 0,0-3-101,2-1 1,3-10-1,0-5 1,2-6-184,-1-5 1,2-7-1,-1-4 1,-1 1-271,-2 1 1,-1 2 0,1 1 0,-1 2-862,0 4 0,-4 2 0,0 2 0,-1-1 459,0 1 0,1 0 0,5-1 1</inkml:trace>
  <inkml:trace contextRef="#ctx0" brushRef="#br0" timeOffset="1653">1521 4857 8355,'7'11'528,"-4"0"-95,-2 1 0,-4-1 1,-1 1 12,2 3 1,0 4-1,2 7 1,-1 4 0,-3 2 1,3 5 0,-3 2 0,2 0-291,-2 4 0,3-4 0,-4 1 1,1-1-101,1-3 1,-1-6 0,4-6-7,0-4 1,0-4-142,0-4 0,1-6 0,2-5 0,1-7 0,3-9-176,1-5 1,4-4 0,2-2 0,4-2 114,-1-1 1,4-2 0,-3 5 0,0 1-7,1 2 0,-5 5 0,1 5 1,-3 4-1,-1 5 427,0 3 0,1 3 0,-3 5 107,-1 4 0,-3 7 1,-5 1-1,0 3-71,0 5 1,0-4 0,0 3 0,0-2-69,0-2 1,0 3-1,0-1-209,0-3 0,0-5 0,0 1 0,1-2-582,3-5 0,-2 0 1,6-6-1,1-2-613,0 0 1,3-11 0,-1-4 0,1-4 0,2-5 571,1-3 0,5-6 0,-3 2 1</inkml:trace>
  <inkml:trace contextRef="#ctx0" brushRef="#br0" timeOffset="2440">2080 5282 8820,'0'6'-203,"-5"3"0,-2-4 459,-3 1 1,2-4 1971,1 2-1591,5-3 1,2 3-381,7 0 0,3 3 0,1-3 0,0-1-111,0-2 1,1-1 0,-1 0 0,1-1-117,3-3 1,-1-2-1,4-7 1,2-2-1,1-3-71,2-3 0,-1-2 1,1 0-1,-2-1 1,-3 0 1,-3 3 32,-2 6 0,-3-1 0,-3 5 0,-3 0 1,-4 1 87,-4 2 0,-6 4-14,-5 4 1,-5 1-1,2 2 1,-3 5-1,-2 2 201,1 1 1,-4 4-1,0 1-101,1 1 1,1 3-1,3 5 1,2 1-89,5-1 1,-1 2 0,2 0 0,3-1-132,0 1 1,5-2 0,2 2 0,1-2 0,4-5-521,1-3 1,4 1 0,5-6 0,3-3 0,4-3-2792,2-4 2936,6 0 0,2-12 1,4-5-1,1-6 1,-1-5-1,-1-4 65,-2-2 1,3-2 0,-5 0 0</inkml:trace>
  <inkml:trace contextRef="#ctx0" brushRef="#br0" timeOffset="2441">2583 5103 8355,'7'1'438,"-4"3"0,-1 2 1,-2 5-214,0 1 0,-4 2 1,0 3-1,0 0 112,-1 3 0,3 2 1,-4 3 6,1 1 1,-3 5 0,3-1 0,-1 2 0,-1 1-291,0-4 0,2-1 1,5-7-1,0-2 0,0-5 1,2-2-1,1-5 0,5-6 1,3-7-1055,4-9 1,-1-6 744,4-5 0,-3 1 158,4-5 0,-1 1 0,4-4 0,-3 3 164,0 4 1,-5 4 0,2 2 0,-1 4 221,0 4 1,0-1 0,-4 9 0,-1 3 94,-3 4 0,-2 8 0,-4 7 1,2 4-221,1 0 0,-1 2 1,-3 0-1,0 2-220,0-1 0,0-2 1,0-3-1,0-3-558,0-1 0,2 3 0,1-6 0,5-1-914,2-4 1,6-5-1,1 2 1</inkml:trace>
  <inkml:trace contextRef="#ctx0" brushRef="#br0" timeOffset="6876">4842 5125 9155,'5'-11'41,"0"0"1,2 0 0,-3 0 0,-3 0 0,-1-1 95,0 1 1,-1 0-1,-3 1 1,-3 1-42,-3 2 0,-2 3 1,1-3 20,0-2 1,-4 4 0,-1 0 0,0 1-1,0-1 1,1 0 450,-1 0 0,2 2-387,-5 3 1,5 0 0,-4 1-1,1 3 1,1 3 67,-1 3 1,1 5-1,3 1 1,-4 2-123,0 1 1,3 6-1,0 1 1,1 0-68,2 2 1,0-5 0,1 3 0,2-2-44,5-2 0,1-3 0,2-2 0,2-2-157,1-5 1,7 0-1,6-6-167,2-2 1,2-2 0,5-3 0,2-6 0,1-5-172,3-4 1,2-3 0,-1-3 0,-2-1 307,-4-1 0,0-4 1,-2 4-1,-4 3 1,-3 1-1,-3 5-814,-2 1 2163,-1 1-680,-5 4 1,-1 6 0,-5 5 0,-1 6-82,-3 4 1,2 6 0,-4 3 0,-1 3-247,1 4 1,3-2 0,-4 3 0,2-1-136,3 0 1,-1-1 0,1-5 0,-2-1-338,2 1 0,0-4 0,2-1 0,2-4-422,1-4 1,0-2 0,4-5 0,3 0 0,3-1-754,2-3 0,3-3 1196,-3-8 0,10-3 0,-1-4 0</inkml:trace>
  <inkml:trace contextRef="#ctx0" brushRef="#br0" timeOffset="7108">5278 4902 8355,'-8'1'1538,"1"2"-905,-2 0-393,-1 6 1,3-3 0,0 5 0,2 1-82,3-1 0,2-1 1,4-2-1,3 0 1,4-1-1,3-1 1,2-1-1,3-1-542,4 0 0,0 0 0,3-4 0,-3 0-458,0 0 1,-1-4-1,-1-1 97,-2-1 0,2-2 0,-4-3 0</inkml:trace>
  <inkml:trace contextRef="#ctx0" brushRef="#br0" timeOffset="7399">5199 5114 7965,'-5'6'546,"0"4"-340,-2-2-117,2-3 0,5 5 1,0-3-1,1 2 1,3 0-54,3-2 0,8-3 0,4 2 0,2-1-201,1-3 1,1 0-1,0-2 1,2 0-753,1 0 1,5 0 645,-1 0 0,3 0 0,0 0 1</inkml:trace>
  <inkml:trace contextRef="#ctx0" brushRef="#br0" timeOffset="7950">5926 5215 8316,'11'-1'0,"0"-3"0,1-4-54,-1-2 0,0-4 314,0-1 1,2-5 0,0 1-68,2-2 1,0-1-1,-4-1 1,-1 1-1,-2 0 1,-5 0 0,-1 3-1,-2 0 149,0-1 1,-5 3 0,-4-1-1,-5 1 1,-3 1 80,-1 0 1,-6 1 0,1 4-1,-2 1-58,-2 2 0,2 3 0,-3 6-132,0 3 1,2 4-1,4 7 1,-2 4-35,-2 6 0,6 1 1,-2 7-1,2 3-56,3 2 0,-1 2 0,6 2 0,-1-2 0,5-3-167,2-5 0,3 1 1,6-7-197,0-1 1,11-7 0,1-4 0,5-5-1,3-6-73,3-1 0,-1-4 1,5-1-1,1-5-1341,1-2 1,-2-2 0,0-3-1398,1-4 2660,1 3 1,2-5-1,0 4 1</inkml:trace>
  <inkml:trace contextRef="#ctx0" brushRef="#br0" timeOffset="7951">6161 5226 11305,'-11'7'0,"-1"1"0,3 1 0,0 1 788,1 1 1,6 0-654,-2 0 0,3-3 0,0-1 1,-2 2-820,-1 1 0,1-3 0,4-1 1,3-1-556,3-2 1,3-7-1,1-2 1</inkml:trace>
  <inkml:trace contextRef="#ctx0" brushRef="#br0" timeOffset="10008">6586 4779 8355,'-5'-6'0,"2"1"808,-4 5 260,4 0 1,-3 1 0,4 3 0,-2 3-674,1 3 1,2 6 0,1 3 0,-1 3-167,-3 4 1,3 3 0,-4 6-279,0 2 1,2-2-1,-3 3 1,1-1-1,2-1 1,-2-1-1,-2-2 1,0-1-1,1-2 1,1-2-2445,2-3 0,2-5 968,1-1 0,1-7 1161,3-1 0,2-5 0,5-6 1</inkml:trace>
  <inkml:trace contextRef="#ctx0" brushRef="#br0" timeOffset="11315">7827 5002 8355,'-36'12'0,"1"-1"154,2 0 36,12 0 0,-7 2 0,8 0 0,1 3 518,2 2 1,3-5 0,7 2-544,3-2 0,4-2 0,5-1 1,6-1-66,7-2 0,5-4 0,7 0 1,7-2-293,6-1 1,6-4 0,3-4-255,3-2 1,1 0 0,-1 3 0,-2 3 0,-2 3-266,-1 1-92,-2 0 0,-3 5 0,-1 1 0</inkml:trace>
  <inkml:trace contextRef="#ctx0" brushRef="#br0" timeOffset="11009">7782 4935 8355,'-11'-1'596,"0"-3"-112,-1 3 0,5-4 0,-1 5 0,0 0 1371,-2 0-1485,4 0 1,2 5-1,8 3-279,3 2 0,4 1 0,4 0 0,4-1-170,2-3 0,2 2 1,2-4-1,3 0-179,0 0 0,2-1 0,4-4 0,0 0-104,4 0 0,-7-2 0,1 0 0,-3-2-274,-5 2 1,0-3 0,-3 1-311,-2 1 1,2-3-1,-4 0 1</inkml:trace>
  <inkml:trace contextRef="#ctx0" brushRef="#br0" timeOffset="11697">8687 4913 8484,'-16'-17'387,"3"-1"95,-6 3 1,0 3-152,-3-3 0,2 3 1,-1 0-74,-3 1 0,1 4 1,3 1-82,1 1 0,1 0 0,-3 2 0,1-1 0,2 2 0,2 1 0,2 2 1,2 1-265,1 2 0,5 5 0,2-2 1,3 4-163,1 4 0,1-1 0,4 5 0,5-1 75,3 0 0,9-1 0,0-3 0,7 1 1,3-2-183,1 0 0,5-2 0,-1 0 454,-1 0 0,-3-1 1,-1 0 372,-3 1 0,-9-4 0,0 6 0,-5 2 73,-4 1 0,-2-1 1,-12 4-1,-3 1-327,-5 1 0,-13 2 1,0 2-1,-6 3 1,-3-1-275,-1 0 0,-2 3 0,2-4-959,1-1 0,4-6 0,4-5 0,5-1-288,5-2 0,8 0 0,2 0 0</inkml:trace>
  <inkml:trace contextRef="#ctx0" brushRef="#br0" timeOffset="12222">9895 4868 8355,'-11'-1'227,"-2"-1"1,0-2 42,-2 1 0,-5 2 1,1 1-1,-2 1-95,-1 3 0,-2-1 1,-1 4-1,-1 0-38,1 0 0,2 3 1,0-3-1,1 3 0,1 0 1,1-1-1,3-2 1,-1 1-64,1-2 1,4 4 0,1-3 0,5 3-193,2 1 0,1-3 0,4-1-82,0 2 0,5 0 1,2-1-1,3-2 1,3 1-34,2-1 0,2-2 0,5 2 0,1 0 162,-1 0 1,0 2 0,1 3-1,-1 0 116,0 0 0,0 0 1,-4 1-1,-3-1 386,-3 0 0,-5 4 0,-4 1 40,-1 1 0,-7 2 0,-4 3 0,-3 0 1,-5-3-1,0 0-2,-3 1 0,-2-3-424,-4 2 1,2-4 0,-2 1 0,2-2-1,2-4-292,0 0 0,4-6 0,3 0 1,4-5-602,4-6 1,3-6 0,10-12 0,8-5 0,8-8-137,6-8 1,6 0-1,6-4 1</inkml:trace>
  <inkml:trace contextRef="#ctx0" brushRef="#br0" timeOffset="12711">9839 5058 8355,'-5'-7'-218,"-3"-1"1149,-1 6-476,-3-3 0,12 9 0,7 1 0,6 0-294,5 0 0,0 0 1,6-3-89,2 2 0,1 0 1,4-4-1,-1 0-32,1 0 1,-2 0 0,1 0 0,1 0 0,1 0-119,1 0 0,0 0 0,-2-2-3381,-1-1 2845,-6 1 0,9-8 0,-5 4 1</inkml:trace>
  <inkml:trace contextRef="#ctx0" brushRef="#br0" timeOffset="12710">10197 4678 8355,'0'19'754,"0"-1"-427,-10 1-43,2 8 1,-13 3 0,4 6 102,-1 2 0,-5 4 1,3-1-1,0 4 1,-1 2-65,0 1 1,0 4 0,2-4-1,4-5-482,3-4 0,1-6 0,1-4 0,2-7-827,4-6 1,4-5 0,3-4 452,1-7 0,4-7-1256,0-8 1454,-3-2 0,5-10 0,-4-2 0</inkml:trace>
  <inkml:trace contextRef="#ctx0" brushRef="#br0" timeOffset="14202">10521 5215 7870,'1'-11'0,"3"-2"0,3 0 0,2-4 0,0 1 448,-2 0 0,-4-2 0,2 1 0,-2 1-190,1 0 1,-1 1-1,-7 4 34,-4 0 0,-3 1 0,-4 2 1,-3 5 371,-3 1 1,-2 4-1,0 3-443,-4 6 1,0 1 0,-3 6-1,4-1-99,3 0 0,0-2 0,2 4 0,3 1 0,3 0 59,2-2 1,6 0 0,1-5-293,1 2 0,1 0 1,4-4-1,1-1 0,3-2-280,3-4 1,4 0 0,4 0 0,4-3 0,2-2-227,1-3 0,1-5 1,-1-1-1,1-4 243,-1 0 1,0 1 0,-1 0-1,-1 1 349,-1 2 0,-5 2 0,0 1 420,-1 3 1,-7 4 42,-2 4 1,-3 6 0,-1 6 0,0 1-23,0 3 0,-5 1 0,-2 2 1,-3-1-1,-1-1-163,-1-2 0,2 2 0,2-4-416,0 1 0,2-2 0,-3-5-1849,2 0 1,6-6 1375,1-5 0,6-7 1,9-11-1,5-5 212,4-5 0,0-6 0,3-6 0</inkml:trace>
  <inkml:trace contextRef="#ctx0" brushRef="#br0" timeOffset="14203">10901 4622 8528,'-11'4'0,"0"1"0,-1 1 0,3 4 0,0 3 0,1 3 0,0 1 0,-2 3 0,0 1 0,1 3 550,2 2 1,0 4 0,-1 7-1,0 4 1,1 4 0,-1 2-1,2 1-356,1-1 1,-4-1 0,3-2 0,-1-3 0,1-4 0,1-3 0,1-5-138,-1-2 1,4-8 0,-3-1-86,3-2 1,1-7-1,0-9-400,0-7 1,8-7-1,4-5 1,1-2 148,3-2 1,-2-4 0,5-1 0,1-2 10,1 0 0,0 1 1,-1 0-1,-2 1 137,2 1 1,1 8 0,0 1 0,-2 4 332,-4 3 0,1 5 0,-1 2-230,-1 3 1,-7 9 0,-3 3 600,-3 2 1,-1 4-1,-1 2 1,-3 2-157,-3 1 1,-3-3 0,-3 0 0,0 1 0,-3-1-83,-2 0 1,1 2-1,-3-2-274,1 2 0,-2-2 1,-2-2-1,3-1 1,2-3-670,5-5 0,1 0-208,5-8 1,3-3-1,9-9 1,8-4-2080,8-7 2261,1-4 1,15-12-1,-2 0 1</inkml:trace>
  <inkml:trace contextRef="#ctx0" brushRef="#br0" timeOffset="14205">11359 5081 8355,'-3'7'614,"-1"1"1,0-1-615,4 4 1,1-1 0,3-2 56,4-5 1,2-1-1,2-2 1,2-2-113,1-1 1,4-1 0,0-6 0,2-2-1,1-2-3,1-2 0,-2 3 0,-2-3-247,-4 0 1,-3 4 0,-2-3 0,-3 2 400,-3 2 1,-11 4 0,-6 0 0,-3 2-21,-4 3 0,-6 2 1,-4 4-1,-3 3 346,-5 3 0,4 6 0,-4 3 0,4 3 328,0 4 1,2-1 0,2 4 0,5-2-407,5-2 1,9-2 0,7-1-515,3-4 0,4 2 0,5-5 0,12-1-356,11-2 0,9-6 1,10-3-1,7-7 1,6-6-348,3-4-291,9-5 0,-12 1 0,9-4 1</inkml:trace>
  <inkml:trace contextRef="#ctx0" brushRef="#br0" timeOffset="14204">11438 4645 8355,'-18'12'37,"2"3"0,1 4 462,0 2-302,0 1 0,0 5-132,1 3 0,-5 3 0,4 0 1,1 1 140,2-1 0,-3 2 0,1 1 1,3 0-327,2-4 1,7 1 0,-2-7 0,3-1 0,1-3 0,0-2 0,1-4 0,3-2 0,3-6-782,3-2 1,7-2-1,0-4 1</inkml:trace>
  <inkml:trace contextRef="#ctx0" brushRef="#br0" timeOffset="15117">4719 6579 9840,'0'-11'0,"0"-1"0,0 1 0,0 0 225,0 0 1,0 0 0,0-2 0,0 0 0,0-2-1,-2 1 1,-1 2-39,-5 0 0,2 1 0,-1 1 0,-2 3 0,-2 2 0,-3 1 0,-2 2 0,-1 3 0,-2 6 0,0 6 1,1 4-1,-2 3 0,-1 5 0,-2 1 379,1 1 0,3 4 0,2-2-463,1 0 1,1 2 0,5-4-1,1 0-109,2 1 0,4-4 1,0-5-1,1-4 0,4-3-347,1 0 1,5-6-51,7-3 1,2-3-1,7-5 1,0-6-1,4-6 144,0-4 1,2-7 0,4-1-147,-1-4 0,-3 4 0,-1-1 0,-2 1 1,-3 3-1,-5 5-678,-4 4 3595,-2 2-2054,-2 4 1,-6 13-1,-4 7 1,-5 6-1,-2 4-175,-2 3 1,-2 0-1,0 0 1,1-1-196,1-2 1,6 2 0,-3-2 0,1 1 0,1-2-718,0-3 1,2 1-174,1-1 0,1-4 0,3-4 0,3-2-56,3-3 0,1-1 1,2-2-1,0-3-581,2-3 1331,5-3 1,-2-6-1,4-2 1</inkml:trace>
  <inkml:trace contextRef="#ctx0" brushRef="#br0" timeOffset="15559">5177 6590 8355,'-17'0'485,"0"4"1,8 1-468,1 1 0,-1-2 1,6 3-57,0 2 0,7-3 0,3 0 1,3 0-1,3-1 172,2 0 0,2 3 0,5-5-1952,1 0 1307,-6-2 1,9-6-1,-2-1 1</inkml:trace>
  <inkml:trace contextRef="#ctx0" brushRef="#br0" timeOffset="15558">5143 6400 8709,'-6'5'373,"0"-4"0,4 4 1,-2 0-1,1 2-305,2 3 0,2-2 1,3-1-1,4 1 1,1-1 172,3 1 1,0-5 0,3 4-676,4-2 1,-2 0 0,0-3 0,1 2-518,-1-2 1,-3 4-1,2 1 1</inkml:trace>
  <inkml:trace contextRef="#ctx0" brushRef="#br0" timeOffset="15764">5580 6523 8355,'-8'0'613,"1"0"0,4 5 1,1 1-1,3 1-532,3 1 1,8-6-1,0 3 1,5-1-231,2 0 0,8 0 1,1-6-1,2 0-663,0-2-187,0-5 1,3 3 0,1-5 0</inkml:trace>
  <inkml:trace contextRef="#ctx0" brushRef="#br0" timeOffset="16220">6284 6579 8355,'10'-11'-12,"-3"-1"0,2-3 62,-5 1 0,4-3 0,0 3 1,2-5 159,1-2 1,0-2 0,0 1 0,0 1-17,1 2 1,-5-2 0,-1 4-1,-1-1 1,-2 4 167,-2 1 0,-1 2 0,-1 0-253,-3 0 0,-3 4 0,-8 4 0,-4 1 0,-3 4 282,-4 1 1,1 5 0,-5 7 0,0 3-82,2 3 0,-4 6 0,6-1 0,2-2-76,0 0 0,3 2 1,2 0-1,3 0-44,0 2 1,7-5 0,-1 5-142,4-1 1,2-2 0,4 3-1,0 0-11,0-4 1,5-4-1,3-2 1,3-2 0,4-4 58,3-3 1,7-4-1,3-7-497,0-6 0,2-1 0,4-9 0,-1-3-529,1-4 0,-5 0 1,0-4-1,0 2 0,-2 2-2398,0 2 2908,-6 0 1,0 1 0,-3 0 0</inkml:trace>
  <inkml:trace contextRef="#ctx0" brushRef="#br0" timeOffset="16724">6541 6623 8355,'-8'12'0,"1"-1"0,-4 1 1563,7 3-1043,-5-2 1,7 3-1,-4-5 1,1 0 208,2 0 1,2 0-762,1 1 0,5-6 1,2-2-492,3-3 0,2-10 1,0-2-1,2-3-862,1-2 0,4-1 0,-1-6 1</inkml:trace>
  <inkml:trace contextRef="#ctx0" brushRef="#br0" timeOffset="16725">6888 6333 8355,'-15'11'1120,"0"1"0,1 3-483,2 4 0,2 2-243,2 1-318,-2-4 0,5 7 1,-3-3-1,1 3-231,2 2 1,0-3-1,3 2 1,-2-3-1,3 0 1,2-2-1323,3-2 0,10 2 0,-2-4 1</inkml:trace>
  <inkml:trace contextRef="#ctx0" brushRef="#br0" timeOffset="17093">7804 6266 8355,'-12'-6'-123,"-2"2"255,-1 3 1,0 1 381,4 0 1,4 3-1,0 2 1,3 1 31,1 3 0,2-3 0,2 2 0,3-1-312,3-1 0,8 3 1,4-4-1,3 1-108,4 3 0,3-4 0,6-1-103,2-3 1,-1-1 0,5 0 0,2-1-182,5-3 1,-5-2-1,3-4 1,0 1-261,0 2 1,-4 1 0,3-3 0,-7 3 0,-5 1-89,-7 2 0,-1 1-666,-11-2 0,6 3 0,-2-4 1</inkml:trace>
  <inkml:trace contextRef="#ctx0" brushRef="#br0" timeOffset="17794">7838 6456 8355,'-16'11'0,"7"-5"190,-2-2 0,7 2 148,0 2 1,9 0-100,6 0 1,6-3 0,6-5-104,3 0 0,3 0 1,6 0-1,1 0 1,3-2-1,2 0 0,3-3 1,-1-1-1,2-2-692,-1 2 0,3-4 0,-6 4-433,2 0 0,2-4 0,0 4 0</inkml:trace>
  <inkml:trace contextRef="#ctx0" brushRef="#br0" timeOffset="17795">8822 6299 8355,'0'-11'0,"-2"0"135,-1 0 0,-4-2 162,-4-2 1,1 3 0,0-4 0,0 0-1,-2-3 219,0-2 0,-6-4 1,0 1-1,-2 2-133,1-3 1,-3 7-1,1-3 1,-4 4-244,0 7 0,1 1 0,2 5-80,0 1 1,3 2 0,2 1-1,0 1-111,4 3 0,5-1 1,5 4-1,1 3 0,2 2 4,0 3 1,5 5-1,4-3-456,5 1 0,3 3 0,7-2 0,0 2 0,4 1 216,0 0 1,2 1 0,4-1 0,-1-1 167,1-2 1,-1 2 0,0-2 0,-4 1 0,-2-2 540,-4-3 1,-5 1-135,-4-1 0,-6 4 1,-4-3-1,-4 0 1,-4 1 279,-4 1 1,-10 1 0,-6 4-914,-3 3 1,-3-5-1,-3 3 1,-1-2-1,0-3 325,1-2 1,4-2 0,3-5-1533,3-2 0,0 2 0,1-4 1</inkml:trace>
  <inkml:trace contextRef="#ctx0" brushRef="#br0" timeOffset="18197">9660 6199 8355,'0'-12'328,"0"1"0,0 0 0,0 0 1,0 0 764,0 0 1,0 3-599,0 1 1,0 9-1,-1 2 1,-3 6-196,-3 5 0,-2 3 0,-1 8 0,0 3-125,-2 0 1,-2 7-1,3-3 1,0 1-24,-1-3 0,2 4 0,2-4 0,2-2-19,1 0 0,1 0 1,4-6-1,1-3-98,3-3 1,3-3 0,7-5-59,1-2 1,6-6 0,0-1 0,5-7 27,3-7 0,2-4 1,5-8-1,2-5-92,2-5 1,-8 1 0,1-3 0,-5 4 0,-3 1-366,-1 4 1,-7-2 0,-3 4 0,-6 4 106,-4 3 0,-3 0 0,-2 6 1,-1 3-976,-2 3 1,-5 5 0,2-1 416,-3 3 0,-1 1 0,0 0 0</inkml:trace>
  <inkml:trace contextRef="#ctx0" brushRef="#br0" timeOffset="18632">10130 6288 8355,'0'11'-332,"-2"-2"1,0 1 632,-2 2 0,0 3 0,4-1 0,0 1 279,0-2 1,-3 1 0,-1 0 25,1 1 0,1 0 1,0-4 65,-2 0 0,-1-1-674,1-3 0,3-3-175,-3-8 1,4-2 0,4-6-1,3-3 1,3-3-52,1 1 0,2-4 1,0 4-1,4-2-24,0 0 0,-3 6 1,1-2-1,-2 4 239,2 3 1,-2-1-1,2 6 281,-3 0 1,-2 3-1,-1 3 1,-3 2 194,-1 1 0,-2 3 0,-3 4 1,2 2-201,1-1 0,-1-1 0,1 1-125,-1 1 0,-2 1 0,0-2 0,0 1-95,0-2 1,0 1-1,0 0 1,0 1-579,0-2 0,0 0 0,1-3-308,3-3 1,-2-2-1,6-6 1,0-3 129,2-3 0,3-5 0,2-2 0,2-5 253,0-2 0,4-7 0,-3 0 0</inkml:trace>
  <inkml:trace contextRef="#ctx0" brushRef="#br0" timeOffset="19072">10901 6132 8377,'-1'10'480,"-3"-3"0,2-2 0,-6-5 0,-1 0 0,-1 0 1,-1 0-1,0 0-153,0 0 0,-2 1 1,0 3-1,-3 2-271,-2 0 0,0 4 0,-5-2 8,1 2 1,-4 5 0,0-1 0,2 0 30,4-1 1,-1-2 0,4-1 0,-1-2-56,3 0 0,3-2 0,2 3-104,3-2 1,3-4 0,8 0-40,3-1 0,7-2 1,3 0-1,2 0-14,1 0 1,7-2 0,-5 0 0,2-2 59,0 2 1,0 4 0,0 3 0,-4 1-1,-3 3 438,-3 1 1,-3 2-1,-3 2-18,-5 1 1,-1 1-1,-2-1-113,0 4 0,-5-2 1,-3 0-1,-3 1-94,-4-1 0,3-3 0,-5 2 0,3-1-243,-1 0 1,0-4 0,5-4-1,1 1-1222,2-2 1,4-2 0,2-8-968,7-3 0,7-8 1793,9-4 0,5-7 0,2-2 1</inkml:trace>
  <inkml:trace contextRef="#ctx0" brushRef="#br0" timeOffset="21060">11046 6187 8355,'4'-17'0,"0"2"420,4 3 0,-1 6 1,5 1 27,3 0 1,-1 3-1,4-1 1,2 1 63,1 2 1,2 0 0,-1 0-1,0 0-458,1 0 1,-5 4-1,1 1 1,0 0-315,-2 0 1,4 4 0,-3-3-395,-1 0 0,-1 4 0,-4-2 0,2 0-408,1 0 0,0 2 0,-4-4 721,0 0 0,5 4 0,2-4 0</inkml:trace>
  <inkml:trace contextRef="#ctx0" brushRef="#br0" timeOffset="21059">11359 5908 8355,'12'0'143,"-8"1"1,-2 4-1,-7 5 1,-3 5 822,0 2 1,-9 2-1,6 5-622,-1 2 1,-2 2-1,1 6 1,-2 1-1,1 1-154,2 1 1,2 0-1,1-3 1,3-2-1005,1-2 0,1-3 0,4-6 0,0-2 1,0-4-315,0-3 1,0-11 0,0-2 0</inkml:trace>
  <inkml:trace contextRef="#ctx0" brushRef="#br0" timeOffset="21061">11639 6288 8355,'7'10'82,"1"-3"1,-5 2-772,5-5 0,-1 1 641,5-1 1,2-3-1,1 1 323,-1-4 0,2-1 0,-1-3 0,0 0 105,1 0 1,-3 0-1,1-3 1,-1 1-81,-2 0 0,0-2 1,0-1-1,-1-1 0,-1 2 150,-1 3 1,-6-3-1,2 3-162,-3-3 0,-2 0 0,-3 1 0,-3 3 0,-5 0-54,-3-1 1,-2 5 0,-5-2 0,-1 3 18,1 1 1,-4 2-1,-1 5 1,-2 5-38,-2 4 0,0 3 0,1 3 0,3 1 49,-1-1 0,6 4 0,-2 0-275,5-1 1,5 0 0,-1-2-1,4 1-262,3-3 1,3-6 0,5 0 0,2-3-40,1 0 1,7-5-1,6-1 1,2-1-1,2-2 1,2-3-1,3-4 1,2-5-1,1-3 1,0-4 0,-1-2-1,1 0 1,-3-1-1,-3 2-1261,-3 0 1,1 3 2362,-6 2-173,1 6 1,-12 6 0,-4 8 0,-4 2-98,-4 1 0,0 1-457,2 3 1,-3-3-1,4 5 1,-2-2-499,1-1 1,4 1-1,0-3 1,1-1-1,4-1 1,1-3-1,6-3 1,5-4-3843,4-4 4276,-2-7 0,10-6 0,-2-6 0</inkml:trace>
  <inkml:trace contextRef="#ctx0" brushRef="#br0" timeOffset="21062">12287 5830 8355,'-6'17'-1229,"-9"-1"1,6 0 1830,-9 3 0,0 6 1,0 1-1,2 0 1,1 1-151,0 3 0,-4-1 1,3 2-1,0 1 9,0 0 0,0 8 0,2-6 1,-1 0-199,1 1 0,3-1 1,2-2-1,3-3-208,1-7 1,2-1-1,3-6-31,0-1 1,5-7-1,2-3 1,3-3-571,1-1 0,5-10 1,3-5 226,2-5 0,3-3 0,2-2 0,2-1 47,1 1 0,-2 1 0,-4 3 0,-1 1 252,0 2 1,-3 4 0,-2 0 0,-1 6 0,-2 3 321,-1 0 0,-6 4 0,-1-2-14,-1 6 1,-1 3 0,-4 6 0,-1 2 186,-3 1 0,-4 3 0,-5-1 0,-3-1-105,-2 0 0,0 4 1,-5-2-1,1 4-241,0 0 1,-3-1-1,1-1 1,3-1-309,0 0 1,6-2 0,3-4-1099,3-4 0,9 0 531,4-6 0,7-5 0,12-8 0,3-5-1577,4-2 1919,3-2 1,5-8-1,2-2 1</inkml:trace>
  <inkml:trace contextRef="#ctx0" brushRef="#br0" timeOffset="21063">12802 5852 8355,'-5'11'156,"-4"0"0,-4 2 0,-3 2 0,0 3 0,-1 4 536,-1 0 1,3 1-575,-3 4 1,0-3-1,-1 6 1,1 1-1,1 2 214,-1 0 1,5-1 0,-1-2 0,5-4-534,6-2 1,1-2-1,2-1 1,0-2-540,0-4 0,2-3 1,1-2-1,5-2-57,2-5 0,1-1 458,0-2 1,5-5-1,2-1 1</inkml:trace>
  <inkml:trace contextRef="#ctx0" brushRef="#br0" timeOffset="21064">12835 6277 8602,'-15'7'0,"0"1"689,2 1 0,1-3 0,4 0 0,1 0 74,3 0 0,-4-2 0,4 4-406,2 0 0,2 2 0,4 0-339,3-2 0,8-3 0,4-5 1,2 0-90,1 0 0,4-2 0,0-1 1,-1-5-261,-1-2 1,1-5 0,-2 0-1,-2 2-124,0 0 0,-5 2 0,-1 0 288,-2 0 0,-7 0 0,-2-1 341,-3 1 1,-6 5 0,-4 1-1,-4 1 1,-6 1 175,-2 0 0,-1 6 0,-2 2 1,-1 2 43,-1 5 1,0 0 0,4 4 0,0-1 9,4 0 1,-2 4 0,5 0 0,1 2-276,2 2 0,2-2 1,3-1-1,3-2-179,3 2 1,1 0-1,2 0 1,4-3-205,5-1 1,8-1-1,1-5-280,5-2 0,5-3 1,7-5-1,4 0-1629,2 0 0,0-7 1124,1-4 0,-1 0 0,6-5 1</inkml:trace>
  <inkml:trace contextRef="#ctx0" brushRef="#br0" timeOffset="24923">13383 4991 7875,'0'-11'88,"1"4"0,2-1 0,2 1 756,1 1 0,-3 1-320,5 5-367,-6 0 0,5 0 0,-4 1 0,5 1 0,2 2 0,2 0 54,3 1 1,4-4 0,7 3 0,4-3 0,3-1 0,6 0 145,5 0 1,6 0-357,6 0 0,2-1 1,3-2-43,3-1 0,5 1 0,-2 3-31,6 0 0,-2 0 0,1 0 0,2 0 0,-4 0 0,0 0 0,-4 1 0,-2 3-1,0 3 1,-7-1 0,-1 1-1,-7-1 1,-4-1-89,-4 0 0,0-2 0,-6-3 1,-4 0 173,-2 0 1,-1-5 0,-4-2 0,-4-3 47,-3-1 1,-3 0 0,-7 0 0,-3-1 2,-3 1 0,-11 1 0,-5 2 0,-6 0 27,-5-1 0,-2 1 0,-7-1 0,-1 3-84,-2 1 0,1-3 1,4 3-6,-1-1 1,6 4-1,1-3 1,4 1-54,0 0 1,5-1-1,0 3 1,4-3-18,4-1 0,0 2-152,6-4 1,1 6 0,7-2 0,4 3 86,2 1 0,2 0 0,4 0 0,5 0 101,4 0 0,6 0 0,-1 1 0,2 2-11,2 0 1,-1 6-1,2-1 1,1 2 28,1 1 1,-1 5-1,-6 1 1,-5 2 247,-5 0 1,-1-2 0,-7 3 154,-2-2 1,-6 0-1,-2 2 1,-6-2-70,-7 2 1,-7 0 0,-11 0 0,-4-1-1,-3 0-29,-3 3 1,-2-4 0,-6 1-465,-2 1 1,0-3 0,3 1-1,1-2 1,5-4-817,4-3 1,5-1 0,5-4-359,7-1 1,12-2 616,7-1 0,10-10 0,7-2 0</inkml:trace>
  <inkml:trace contextRef="#ctx0" brushRef="#br0" timeOffset="25655">16524 4745 8355,'8'-3'-574,"-1"-1"1,1 0 0,-1 0-1,1 1 490,0 0 1,-2-3 588,2-1-359,-6 2 1,7-5 0,-4 2 0,0-2 0,0-1-1,-2 0 483,-2 0 0,-1 3 0,-1 1-345,-3-2 0,-6 3 1,-6 0-1,-2 1-65,-2 2 1,-2 2 0,-4 2 0,-3 3-77,1 3 1,-4 3 0,3 2 0,-1 0-65,0 3 0,4-3 1,-2 4-1,0-1 90,4 0 1,1 4-1,3-3-231,2 1 1,4-3-1,0 2 1,4-1-32,3 0 0,4 0 0,0-3 1,1 2-1,2 1-167,0-1 0,5-1 1,4 1 102,5 1 1,3-2 0,6-4 0,0-3 0,3 1 0,4-2-6,2 0 0,-2-2 230,0-3 0,-9 0 1,1 0-1,-2 0 0,-2 1 1,-5 3-1,-5 4 0,-8 2 1319,-6 1 1,-11 0-1249,-5 0 1,0 4-1,-6 1 1,2 0-1,0 1 1,0-3 80,-1 3 1,7-9-523,-2 3 0,7-3 0,0-1-975,2-3 1,10-3 0,5-2-238,8-3 1,12-3 1279,1-8 0,7 3 0,-2-5 1</inkml:trace>
  <inkml:trace contextRef="#ctx0" brushRef="#br0" timeOffset="27476">16625 5002 8355,'-5'8'263,"-2"-1"1,0 0-1,0 1 1,-1 0-1,1 0 1,1 2-246,1 2 0,-3-1 1,5 0-86,0 0 0,2 0-635,1 0 0,1-4 0,3-5 197,3-4 1,8-10 0,3-5 0</inkml:trace>
  <inkml:trace contextRef="#ctx0" brushRef="#br0" timeOffset="27478">16882 4846 8355,'-5'6'1085,"0"0"-1183,-2-2 1,-2 2-1,4 5 1,0 1 464,0-1 0,1 0 0,3 0 0,-1 0-99,-2 1 0,0 2 0,3 1 0,-2-1-121,0-2 1,-1 0 0,4-1 256,0 0-868,0 0 1,1-6 0,3-5 184,3-6 1,8-9 0,4-2 0,2-2 0,1 0 15,1-1 1,-1 4 0,-1 1 297,-2 3 1,1 2 0,-5 3-1,-2 3 492,0 3 0,-3 2 1,-3 3-129,-3 3 1,-3 4 0,-1 3-1,0 1-106,0-2 0,0 4 0,0-1 0,0 0-130,0 0 1,-4 3 0,-1-4-1,0-2-537,0 0 0,2-2 0,3 0-3029,0 0 2404,0-5 1,6-3 0,5-9 807,7-5 0,3-13 0,1 0 1</inkml:trace>
  <inkml:trace contextRef="#ctx0" brushRef="#br0" timeOffset="27477">16837 4388 7547,'-1'11'0,"-1"0"-323,-2 0 0,-1 0 0,2 0 1,0 1 201,0-1 1,2 4 0,1 0 0,0 0 109,0 1 1,5-4 0,1 4 0</inkml:trace>
  <inkml:trace contextRef="#ctx0" brushRef="#br0" timeOffset="27479">17486 4924 8355,'5'6'-2155,"-3"3"2425,6-5 1,-1 0-1,3-6 47,-2-1 1,0 0 0,-4-4 0,-2-2-79,0-1 1,-4 3 0,-1 0 0,-6 2 2,-5 3 0,1 1 0,-6 1 0,-1 0 35,-1 0 0,-1 0 0,-1 0 0,1 1 0,0 3 178,-1 3 0,1 3 1,0 2-302,-1 3 1,1-1-1,1 3 1,1 1 1,1-1 1,6 1 0,-2 1-492,2 0 1,7-5 0,2 1-126,3-3 0,10-6 0,3-2 0,4-3 0,5-1 51,4 0 0,-1-1 0,3-3 48,0-3 0,1-2 0,2 2 1,-4 2-1,-3 1 421,0 0 0,-6 1 1,-2 4 277,-3 2 0,-5 4 1,-5 5-1,-4 3 293,-6 4 1,-7-2 0,-5 2 0,-3 1 246,-3 1 1,-3 0-763,7-3 0,-7 0 1,7-5-1,-3 2 1,-1-1-170,0-2 0,3 0 0,6-1 0,1-1-1400,2-3 1,4-3-318,7-8 0,6-7 1339,16-8 0,5-7 0,9-2 1</inkml:trace>
  <inkml:trace contextRef="#ctx0" brushRef="#br0" timeOffset="27480">17821 4600 8355,'11'-11'-1040,"0"5"1562,-4 1 0,-2 7 0,-5 4 1,-2 7-1,0 3-172,-2 4 1,-8 5 0,-1 2 0,-2 1-95,-1 4 1,-4 4 0,2 1 9,-3-1 1,-2-1 0,1-2 0,1 1-686,2-1 0,3-3 0,6-3 1,1-2-1,3-5-254,1-2 0,2-7 0,4-5 0,3-1-1723,3-3 2333,3-5 1,6-9-1,1-5 1</inkml:trace>
  <inkml:trace contextRef="#ctx0" brushRef="#br0" timeOffset="27481">17765 4947 8355,'11'0'0,"-3"0"12,-1 0 0,-4 1 0,2 1 355,0 2 1,-3 3-291,6-3 1,-1 4 0,4-5 0,0 1 0,1 0 64,-1 0 1,5-1 0,4-4 0,3-1-159,4-2 0,4-5 0,-2 2 0,2-3-117,-1-1 0,1-1 0,-6 1 0,-2 0 154,-4 0 1,-5 0 135,1-1 1,-9 5 0,-6 1 0,-7 1 5,-7 2 1,-5 2 0,-7 1 0,-5 0 43,-5 0 1,2 5 0,-4 3 0,3 1-1,3 3 1,2-1 0,4 0 0,4 1-1,3 2 1,4 2 0,3 0 0,1 2 25,0-1 0,4 2 0,4 3 0,1-1 0,4-1-430,1-1 0,5-2 0,8 3 1,5-3-766,4 0 0,7-3 1,2-4-307,6-2 0,8 2 0,3-4 1</inkml:trace>
  <inkml:trace contextRef="#ctx0" brushRef="#br0" timeOffset="27982">18693 4891 9107,'-4'11'92,"1"0"1,-2 1-1,2 3 32,0 4 1,-2 7 0,2 5 0,-2 5 223,-1 5 0,-2 4 0,-3 1 0,1 0-163,3-3 0,-3-2 0,4-1 1,-1-5-1,4-7 79,2-4 1,-3 0 0,0-10-147,2 0 0,0-8-75,2-6 0,0-6 1,0-10-1,0-5-144,0-4 1,2-10 0,0 2 0,3-3-33,1-3 1,2-1 0,4-4 0,3-2-42,4-3 0,1 5 0,1-1 1,-1 8 15,-1 6 1,9 1 0,-6 7-15,2 6 1,-1 7-1,0 4 1,-2 1 200,-3 2 0,0 7 0,-5 4 0,1 3 0,-3 2 273,-2 2 0,-7 5 1,2-1-1,-3 1 68,-1-2 0,-5 3 1,-2-2-1,-4 1-145,-4-1 0,-1 2 1,-4-4-241,1 0 1,-1 1-1,-4-5 1,-3 2 0,4-1-830,3-2 0,0-2 0,5-2 22,2-4 1,5-4-1,6-4-11,4-4 1,14-6 0,8-4 0</inkml:trace>
  <inkml:trace contextRef="#ctx0" brushRef="#br0" timeOffset="29061">19207 4868 8355,'7'2'309,"-5"1"1,-3 5 0,-4 2 0,-1 2-1,-4 3 1,-3 4 0,-3 2 445,-1 1 1,-1 4 0,-1 1-210,0 2-416,0 1 1,2-2 0,3-1 0,4-5-1,4-2 1,1-3 420,3-1-633,0-1 1,7-5-1,3-2 1,3-5 0,4-3-1,3-5 22,4-6 1,0-5-1,2-6-31,2-1 0,-1 0 1,3-3-1,1-4-350,-1-2 1,-3 2 0,2-1-1,-1-3-310,1-2 0,0-2 1,-2 3-1,0 1-1646,-4 6 2211,-4-2 0,-1 11 0,2-2 0</inkml:trace>
  <inkml:trace contextRef="#ctx0" brushRef="#br0" timeOffset="29062">19699 4667 8355,'-11'1'832,"1"3"-548,3 3 0,-3 3 0,2 3 0,-2 2 75,-1 3 0,-1 3 0,-2 2-159,-1-1 0,-1 6 1,2 1-1,0 4 28,0 0 0,-2 2 1,1 1-1,1 1-275,2-1 1,1-5 0,-1-2-1,2-2 1,3-2-777,3-1 1,-1-7-1,2-2-434,0-3 1,3-2 714,4-2 0,7-13 0,6-8 1</inkml:trace>
  <inkml:trace contextRef="#ctx0" brushRef="#br0" timeOffset="29063">20024 4913 8040,'0'-7'818,"0"-1"0,0 1-136,0-5 0,0 5 217,0 0-674,-5-1 1,-5 2 0,-5 2 0,0 3 0,-1 1-1,-3 1-104,-2 3 1,-5 1-1,-2 5-93,0 1 1,2-2 0,-4 7 0,0-1 26,2 0 0,-1 5 0,4-3 0,-1 2 0,1-1 41,2 2 0,5 0 1,5-1-214,4-5 1,0-1 0,7-3-1,4-3-138,8-3 1,6-3 0,8-1-1,1 0 58,1 0 0,5-3 0,-3-1 0,1 1 59,-3 2 0,-2 1 1,-2 0-1,-1 1 158,-2 3 0,-4 2 0,-8 5 0,-3 1 0,-3-1 462,-1 0 0,-5 0 0,-3 2-150,-6 1 0,-4 0 0,-5 4-274,-3-2 0,2 0 0,-3-3 1,1 2-1,0-1-24,1-2 1,2-2-1,5-1-1774,3-1 0,7-5-1607,5 5 2875,2-6 0,10 3 0,4-5 0</inkml:trace>
  <inkml:trace contextRef="#ctx0" brushRef="#br0" timeOffset="29432">20057 5058 8355,'-6'2'251,"2"1"-142,3 4 1,2 2 0,3 0-1,3-3 53,3-1 1,6-1-1,3-4 1,3 0-85,4 0 0,1-1 1,5-4-1,1-5-74,-2-4 0,3-1 1,-5 3-1,-2-2 97,-5-1 1,-1 0-1,-7 4 128,-4 0 0,-4 0 0,-8 1-30,-6 3 1,0-2-1,-11 5 1,-2 2 0,-3 0 18,-2 2 0,-7 4 0,1 1-43,1 1 0,5 5 0,0 4 0,3 0 0,0 1-94,1 3 0,5 1 0,2 0 0,3-2-181,5 2 1,2 0 0,5 0 0,1-3-225,3 0 0,3 1 1,10-3-1,5-2-210,7-5 1,4 1-1,3-5 1,0-2-1559,-4-1 1538,2-1 1,-10 5-1,3 2 1</inkml:trace>
  <inkml:trace contextRef="#ctx0" brushRef="#br0" timeOffset="30323">13640 6132 8355,'-11'3'0,"0"1"0,3 0 496,1-4 5,4 0 1,0 0-152,6 0 1,3-1 0,6-2-1,-1-1 1,1 2 265,3 1 1,0-1-433,7-1 1,-2 1 0,8-1 0,-1 1-1,3 2-56,2 0 0,8 0 1,4-1-1,6-1-65,1-2 1,7-4-1,0 5-64,3 0 0,4 1 0,2-1 0,-3 0 1,-3 0 60,-2 2 1,3 0-1,-4-2 1,-5-1-1,-2 1-89,-4-2 0,-6 3-67,-4-1 1,-3-2 0,-4 1 0,-4 0-1,-4 1-13,-3-1 1,-3-4-1,-5 3 203,0-1 0,-5 3 0,-2-5-73,-3-1 0,-2 3 1,-3-1-1,-3-1 0,-4 1 1,-3-1-1,-2 1 0,-1-1 1,-2 1-1,0-2-208,1-1 1,-1 2-1,-3-1 1,1-1 103,2 1 0,-1 1 0,5-4 0,2 3 1,0 0-90,2 1 0,3 2 1,2-3-75,1 2 88,2 5 1,4-3 69,3 5 1,2 1 0,5 1 0,1 3 50,3 1 1,1 1 0,6 1 0,-1 0 33,2 1 0,2 0 1,-3 4-1,1 1 144,-1 0 0,-1 1 0,-2-2 199,-4 2 0,-3-3 1,-2 4-1,-2-1-69,-5 0 1,-1 1-1,-4-2 1,-3 1-1,-6-2-91,-6 0 1,-6 2 0,-3 1-1,-3 1-337,-4 3 0,-4-2 1,0-1-1,1-1-631,1-2 0,6 1 1,3-3-1,4-3-2211,3-3 2246,3-2 1,10 1 0,1 1 0</inkml:trace>
  <inkml:trace contextRef="#ctx0" brushRef="#br0" timeOffset="31023">16167 5763 8355,'-12'0'-152,"1"0"1,4 0-117,-1 0 1,5 1-1,-4 3 571,2 3 0,2 4 1,1 4-1,0 5 59,-2 5 0,-3 5 1,2 7-1,0 4 0,-1 2-186,-1 2 0,5 4 1,-3-1 124,0-1 1,4-1 0,-3-4 0,3-3 0,2-7-117,3-3 0,-2-4 1,4-7-1,-1-3-3,-2-2-113,3-2 0,-5-6 0,3-5 0,-3-8 0,-2-5-183,-3-6 79,3-2 1,-4-6 0,4-4 0,-2-4-1,0-5-121,0-4 1,3 1-1,3-9 1,3-3-35,4-3 1,-1 6 0,7-1 0,0 8 0,1 5 28,1 6 0,1 6 1,-2 7 173,0 2 1,-2 6-1,4 7 1,-1 1 0,0 4 57,-4 4 0,3 3 1,-2 6-1,-3 2 71,-3 1 0,-1 5 1,-4-3-1,-1 2 1,-2-1-1,-2 2 1,-3 1-1,-4 2 1,-3-1-1,-2-1 0,-4-1 1,0-1-1,-3-1 1,-1 1-1,-1 0-247,-1 0 0,2-2-74,3-3 0,-2-2-633,5-5 0,0 2 1,4-6-1,2 0-234,5-2 0,5-6 0,11-1 1</inkml:trace>
  <inkml:trace contextRef="#ctx0" brushRef="#br0" timeOffset="31513">16580 6020 8355,'-11'-6'-424,"0"2"1,0 4-1,-1 2 330,1 2 1,5 5 0,1-2 1007,0 3 1,-1 3-1,-5 1 1,0 5-1,-1 3 1,1 3-395,0 1 1,0 5 0,0-2-426,0 0 1,-1 2 0,2-5 0,3-1-42,3-2 1,-1-4 0,2-2-1,0-1-80,2-2 1,6-7-1,2-3-43,3-3 0,6-2 0,3-4-1,2-6 1,4-6 0,2-9 0,4-4 14,0-3 1,0 0-1,2-1 1,-4 1-1,-2-1-165,-4 1 0,-5 3 0,-4 1-649,-1 2 0,-6 1 1,0 5-1,-2 1 0,-3 3 200,-1 0 0,-1 3 1,0 2-1,0 1 617,0 0 0,5 0 0,1 0 1</inkml:trace>
  <inkml:trace contextRef="#ctx0" brushRef="#br0" timeOffset="31728">17027 5740 8080,'-10'11'193,"2"2"1,0 2 0,0 3 0,-2 5 0,-2 3 0,0 5 0,-2 5 192,-1 5 0,-3-1 1,2 1-1,0 1 1,-1 0-1,4-1 1,2-4-705,3-2 0,-1-6 1,6-3-1,0-4-472,2-3 1,1-3 0,1-6 0,3-3 294,3-3 0,8-8 0,3-2 0</inkml:trace>
  <inkml:trace contextRef="#ctx0" brushRef="#br0" timeOffset="33278">17352 6031 8355,'7'0'-602,"1"0"1,-6-1 962,2-3 0,-4 2 169,-4-6 0,2 6 0,-6-2 0,-1 3 0,-1 1 0,-1 0 0,-1 0-284,-3 0 1,1 5 0,-3 2 0,-1 3-207,1 1 1,-2 0 0,-3 0 0,1 1-3,2-1 1,-2 4-1,4 1 1,-1 0-98,4 0 0,2-1 0,4-4-179,0 0 1,6-3 0,-2-1 0,4 1 48,4-2 1,2 0-1,5-3 1,2 0-1,1 0 1,5-2-174,2-1 1,0 0 318,-2 0 1,2 0 0,-4 0-1,1 1 1,-3 3 405,-3 4 1,-1 2 0,-1 1 0,-2 0 94,-5 0 1,-1 0 0,-4 2-1,-1 0-212,-5 2 1,-3 0 0,-3-2-1,-2 0-153,-1 2 0,2 0 1,-2-5-1,-1-1-1163,1-2 1,4-3 0,1 2-643,3-1 0,8-6 1217,1-7 1,5-7-1,6-2 1</inkml:trace>
  <inkml:trace contextRef="#ctx0" brushRef="#br0" timeOffset="33279">17586 6165 8466,'0'9'269,"0"2"0,0-2 0,0 6 0,0-2 1,2 1-300,1 1 0,5-2 93,7-5 0,-2 2 0,6-4 0,1 0 0,2-2 0,3-3 162,1-1 1,1-6 0,0-4-399,2-4 0,-5-4 0,-2 2 0,-2 0 1,-2-2-1,-3 2 0,-4 0 0,-4 1 1,-4 0-1,-6 0 226,-4 1 0,-8 3 0,-3 4 152,1 3 1,-8-1 0,2 1 0,-4 2 223,0 1 1,-3 6-1,4 2 1,1 3 180,2 1 1,2 4-1,1 1-484,1 2 0,6 0 0,-1 5 0,5-2-106,5-3 0,3 7 0,1-2 0,0 0 0,3 1-88,4-2 0,2-1 0,11-2 0,3-4-1018,6-3 1,3-6 0,3-2 0,2-4 313,4-4 0,6-5 1,3-8-1,1-1 577,2-6 0,2-3 0,1-7 0</inkml:trace>
  <inkml:trace contextRef="#ctx0" brushRef="#br0" timeOffset="33281">18347 6053 9211,'-5'-11'379,"2"1"1,-3 2-176,1 0 0,2 6 0,7-2 0,5 3-56,5 1 1,7 0 0,6 1 0,0 1-262,1 2 1,3 0-1,-1-3 1,2 2-168,1 0 1,1 1 0,-1-4-1,1 0 209,0 0 0,-2 0 0,-1 0-629,-1 0 1,-5 0 82,1 0 0,-8-5 0,-2-1 1</inkml:trace>
  <inkml:trace contextRef="#ctx0" brushRef="#br0" timeOffset="33280">18660 5774 8355,'-17'10'902,"5"-2"-828,-3 11 0,1-4 0,1 5 0,-3 2 128,-2 3 1,3 6 0,-3 0 0,-1 4 153,2 2 1,-3 5 0,4-2 0,1 0-119,2-3 1,0 0 0,6-2-1,1-4-642,3-2 1,1-4-1,2-5 1,2-4-652,1-4 1,0-3 0,4-9 553,2 0 1,1-3 0,1-4 0,0-8 441,0-5 1,-4-7 0,-2-2 0</inkml:trace>
  <inkml:trace contextRef="#ctx0" brushRef="#br0" timeOffset="33282">18850 6064 8355,'-19'12'0,"2"0"0,0 2 0,4 1 472,0 5 0,3-8 0,3 4-302,3 0 0,3-3 0,1 3 1,0-1-192,0 0 1,1 3 0,2-2 151,0 2 1,5-5-1,-4 2 1,-1-3-79,2-5 0,-2 2 1,4-6-20,2 0 0,1-7 0,1-4 0,0-5-274,0-2 0,6-5 1,1 2 158,3-3 1,2-2 0,-1 1-1,0-1 1,0 2 128,-4 3 0,2-2 1,-5 5-1,-1 1 89,-2 2 0,-1 2 0,0 1 72,1 2 1,-5 4-72,1 0 0,-6 3 0,2 3-53,-3 5 0,-1 2 0,0 1 0,0 1-22,0 3 1,0-1-1,0 3 1,0 1 0,0-2 11,0 0 0,0-1 0,0-4-666,0 0 1,0 0-567,0 1 0,9-6 0,3-3-601,4-1 1691,3-7 0,3-6 0,1-7 0</inkml:trace>
  <inkml:trace contextRef="#ctx0" brushRef="#br0" timeOffset="34232">19576 6187 8355,'7'-4'-2400,"2"1"2369,-1-4 1,2 3 0,0-4 0,-1 1 308,-2 1 1,-3-4-227,3 2 1,-9-2 0,-3 0 441,-8 3 0,0 2 0,-5 5 1,1-1 260,-1-3 0,0 3 0,-6-3 0,-1 3-169,-1 1 0,0 0 0,4 1 1,-1 2-275,1 0 1,0 10-1,-1-1 1,1 4-138,0 4 1,1 1 0,1 2 0,2-1-147,2 0 1,2 1-1,7-1 1,3 0-241,3 1 1,1-5 0,3 0-124,4-2 0,2-5 0,9-5 1,3-1-1,3-3-290,2-5 0,5-1 1,-1-6 93,2-2 0,-2-7 0,-1 2 0,-2-2 0,-3 2 336,-5 1 1,1 1 0,-5 4 0,-1 0 316,-2-1 0,-5 5 1,-2 1 357,-1 1 1,-4 1-1,0 5 36,-6 3 1,-4 2 0,-1 5 0,0 2-146,0 2 0,3-3 0,1 4-487,-2 0 0,0-3 0,1 2 0,2-3-563,1-1 0,1 1 1,4-1 184,0 0 1,9-5-1,2-2-568,1-3 1,6-6 0,-1-2 939,0-3 0,4-6 0,-3-2 1</inkml:trace>
  <inkml:trace contextRef="#ctx0" brushRef="#br0" timeOffset="34233">19912 6143 8355,'-11'6'0,"-1"-1"0,1 0 0,0 2 0,0 0 0,0 1 0,-1 3 0,1 3 0,0 5 2214,0-4-1769,0 5 0,0-3 1,-1 5-1,1 1 1,0-1-159,0 0 1,1 1 0,1-2 0,3-3-1079,1-3 1,1-2-67,4-2 0,2-5 0,1-3 0,5-6 224,2-4 1,5-8 0,1-4 0,1-2-43,3-1 675,-4-6 0,5 0 0,-3-6 0</inkml:trace>
  <inkml:trace contextRef="#ctx0" brushRef="#br0" timeOffset="34625">20113 6120 8363,'-8'10'0,"1"0"0,-2 0 0,1 3 0,-1 0 0,2 3 243,-2 3 1,3 2-3,-2 2 1,1-1 0,-3 0-1,1 1 1,3-2 0,0-1-1,1-2 1,0 1 307,2-2 1,2-1 0,1-4-566,0-1 1,0-6-265,0-5 0,5-9 0,4-7 1,4-1-168,6-3 1,6-1 0,2-2 0,2 1 59,2-1 1,0 2 0,-1 3 0,-6 3 167,-4 2 0,0 7 0,-5 2 804,-1 3 1,-7 6 0,-3 4 268,-3 5 0,-2-1 0,-3 6 0,-3 1-427,-3 1 1,-1 1 0,-1 1 0,1-1 0,0 0-167,0 1 0,1-5 0,1 0-1091,2-2 1,4-1-1296,0-4 0,6-5 1188,5-2 0,7-8 0,2-2 1</inkml:trace>
  <inkml:trace contextRef="#ctx0" brushRef="#br0" timeOffset="34234">20124 5684 8355,'-11'0'0,"3"0"0,1 0 0,0 5-656,-5 7 1,1 0 0,0 4 0</inkml:trace>
  <inkml:trace contextRef="#ctx0" brushRef="#br0" timeOffset="34777">20594 6445 8355,'-12'0'-874,"1"5"0,0 1 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6:19.044"/>
    </inkml:context>
    <inkml:brush xml:id="br0">
      <inkml:brushProperty name="width" value="0.06048" units="cm"/>
      <inkml:brushProperty name="height" value="0.06048" units="cm"/>
      <inkml:brushProperty name="color" value="#1F80FE"/>
    </inkml:brush>
  </inkml:definitions>
  <inkml:trace contextRef="#ctx0" brushRef="#br0">1 0 8355,'0'4'89,"0"0"1,0-3 0,2 1 0,2-1 396,1-1 1,1 0-408,-1 0 1,1 0 0,0-1 0,2 0 0,0-1-1,2 0 1,-1 0 0,1 0 0,1 1 0,0 0 89,0 1 1,0 0 0,1 0-1,0 1-34,1 1 1,-1 0-169,1 2 1,-1 1 0,-1-1-1,0 0-53,0 0 1,1 0 0,-1-2 0,-1 0 4,0-2 0,-1 0 0,-3 0 1,2-2-1,-2 0-176,-1-1 0,-1 1 1,-2-1-838,2 0 353,-3 1 1,-4 5 0,-3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6:19.603"/>
    </inkml:context>
    <inkml:brush xml:id="br0">
      <inkml:brushProperty name="width" value="0.06048" units="cm"/>
      <inkml:brushProperty name="height" value="0.06048" units="cm"/>
      <inkml:brushProperty name="color" value="#1F80FE"/>
    </inkml:brush>
  </inkml:definitions>
  <inkml:trace contextRef="#ctx0" brushRef="#br0">46 0 8355,'3'1'355,"-1"1"1,-1 1-1,-1 2 1,0 2-287,0 0 0,-2 0 0,0 3 0,1 1-31,0 2 0,0 3 0,0 0 0,-1 3-5,1 1 0,-2 1 0,2 1 0,-1 1-64,2 2 1,-2 1-1,-1 4 1,1 1-195,-1 0 1,0 2-1,1-3 10,0-1 0,0-2 0,-1-4 0,1-2-138,-1-4 1,2-3 0,1-5-511,0-2 606,0-3 0,-3-6 0,0-5 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49.640"/>
    </inkml:context>
    <inkml:brush xml:id="br0">
      <inkml:brushProperty name="width" value="0.06048" units="cm"/>
      <inkml:brushProperty name="height" value="0.06048" units="cm"/>
      <inkml:brushProperty name="color" value="#ED331F"/>
    </inkml:brush>
  </inkml:definitions>
  <inkml:trace contextRef="#ctx0" brushRef="#br0">7 6 8797,'-4'-2'0,"2"0"1311,1 1 1,2 1 0,5 1-893,0 1 1,-3 2 0,1 0-240,1-1 0,0 2 0,0 0 0,1 2-87,-1 0 0,1 2 0,0 0 0,0 1 0,1 0-96,0 2 0,1 1 0,-3-2-106,1 3 1,0-3 0,-1 3 0,0-1-188,-1 0 0,1 0 0,-2-1 1,0-1-271,-1 0 0,-1 0 0,-1 1 1,0-2-181,0 0 0,0-2 0,0-3-1518,0 1 1913,0-3 0,0 0 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49.994"/>
    </inkml:context>
    <inkml:brush xml:id="br0">
      <inkml:brushProperty name="width" value="0.06048" units="cm"/>
      <inkml:brushProperty name="height" value="0.06048" units="cm"/>
      <inkml:brushProperty name="color" value="#ED331F"/>
    </inkml:brush>
  </inkml:definitions>
  <inkml:trace contextRef="#ctx0" brushRef="#br0">214 28 8355,'-3'-5'97,"-2"-1"15,1 0 0,-1 3 0,-1 1 0,1 0 0,-1 0 159,1 1 0,-3 0 0,0 2-62,-1 1 1,2-1-1,-3 3 1,1 0-1,0 1 150,-1 1 1,3 1 0,-3 1-220,0 1 1,2-2 0,-2 3 0,0-1-152,0 0 0,1 1 0,1-2 0,2 0 0,1 0 21,1-1 0,0 1 0,2 0-370,1-1 1,0-1 0,2 0 0,1-1-167,1 1 0,3-1 0,2-1 0,1-1-278,2 0 1,0 1-1,0-1 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0.645"/>
    </inkml:context>
    <inkml:brush xml:id="br0">
      <inkml:brushProperty name="width" value="0.06048" units="cm"/>
      <inkml:brushProperty name="height" value="0.06048" units="cm"/>
      <inkml:brushProperty name="color" value="#ED331F"/>
    </inkml:brush>
  </inkml:definitions>
  <inkml:trace contextRef="#ctx0" brushRef="#br0">6 40 5734,'0'-3'2557,"-2"-2"-905,0 1-1370,0 1 1,2 3-1,0 4 1,0 1-1,0 1 105,0-1 1,1 2-258,1 0 0,-2 0 0,2 2 0,-1 1 17,-1-2 0,0 2 1,0-1-1,0-1 1,0 2-128,0-2 0,0 1 0,2-4-204,0 1-19,-1-1 1,0-2 0,0-3 178,1-3 0,0-2 1,-2-1-1,0-2-125,0-1 1,2-2-1,0 0 1,0 0-193,0-1 1,-1 0 0,3 1-1,-2-1 280,-1 1 1,2 2 0,1-1 0,-1 3 89,1 1 0,-2 2 0,2 1-94,0 0 0,1 1 0,1 2 128,-1 0 0,-1 0 1,0 1-1,0 1 1,-1 1-1,0 1-582,0-1 1,-1 1 0,0 0-1,0 0-188,1 0 0,-1 1 0,0 1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1.057"/>
    </inkml:context>
    <inkml:brush xml:id="br0">
      <inkml:brushProperty name="width" value="0.06048" units="cm"/>
      <inkml:brushProperty name="height" value="0.06048" units="cm"/>
      <inkml:brushProperty name="color" value="#ED331F"/>
    </inkml:brush>
  </inkml:definitions>
  <inkml:trace contextRef="#ctx0" brushRef="#br0">12 40 8032,'0'6'495,"0"-3"104,0 2-422,0-2 1,2 2 0,2-1 0,1-3-1,1 0 1,-1 0-27,-1 1 1,1-2 0,-1 2 0,2-1-167,2-1 1,-1-1 0,-1 0 0,-1-2 0,1 0 0,0-1-82,-1-1 0,0-1 0,0 1 66,-2-1 0,-1-2 1,1 1 1,0 0 1,-1 3-1,-2 0 1,-1 0 0,-1 1 159,-1 1 1,-2 2-1,-1 0 25,0 0 1,-1 0-1,-1 0 1,0 1 5,-1 3 1,0-1 0,2 5-1,0-1 165,0 0 0,1 0 0,-1 2 0,2 0-160,0-1 0,2 0 1,0 1-1,1-1 1,0 0-262,2 1 1,0-2 0,0-1-508,0-1 0,2 1 0,2 0 0,1-1-632,1-2 0,1 2 1,1-3 748,1-1 1,0-3 0,3-1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1.566"/>
    </inkml:context>
    <inkml:brush xml:id="br0">
      <inkml:brushProperty name="width" value="0.06048" units="cm"/>
      <inkml:brushProperty name="height" value="0.06048" units="cm"/>
      <inkml:brushProperty name="color" value="#ED331F"/>
    </inkml:brush>
  </inkml:definitions>
  <inkml:trace contextRef="#ctx0" brushRef="#br0">89 73 8355,'6'0'0,"-3"0"-184,1 0 1,-3 0 0,2-1 0,-1-2 0,0 0 0,1-1 279,-1-1 1,2-1 0,-2 0 0,-1 1 211,0-1 0,-1 0 0,0 1-3,0-1 1,-3 1 0,-1 1 0,-1 1 60,-3 0 0,2 1 0,-2 2 17,0 0 0,2 1 0,-2 1 0,0 2-92,1 3 0,-3 0 0,3 2 0,0-1 0,1 1-189,0-1 0,2 1 1,1-1-1,1 0 1,0 0-76,-1-1 0,3 0 1,-2 0-520,4 1 1,1-2-193,2-2 0,1-1 0,0-4 0,0-1-40,1-2 1,0-1 0,1-1 447,0-1 0,-2 0 0,2-2 1,-2 1-1,-1 0-193,1 0 0,-2 4 900,-1-2 0,-1 3 0,1-1 262,0 4 0,-1 5 0,-3 2 0,0 1-304,-1 0 1,0-1-1,0 2 1,0 1-403,1-2 0,1 2 1,0-2-1,0-1-867,0-1 0,0 0 239,0-1 1,2-2 0,2-1-1,0-4 196,0-1 0,3-5 0,0-1 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1.863"/>
    </inkml:context>
    <inkml:brush xml:id="br0">
      <inkml:brushProperty name="width" value="0.06048" units="cm"/>
      <inkml:brushProperty name="height" value="0.06048" units="cm"/>
      <inkml:brushProperty name="color" value="#ED331F"/>
    </inkml:brush>
  </inkml:definitions>
  <inkml:trace contextRef="#ctx0" brushRef="#br0">18 1 9154,'0'5'200,"-2"2"1,-1 0-1,1 1 1,-1 0-1,2 2 1,-1 1 0,0 0-1,1 0 1,0 1-1,1-1 854,0 0-1308,0 0 0,0 1 1,0-1-1,0 0-689,0 0 1,0-1-1,0-1 1,0-1 518,0-1 1,0-1-1,0-1 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2.312"/>
    </inkml:context>
    <inkml:brush xml:id="br0">
      <inkml:brushProperty name="width" value="0.06048" units="cm"/>
      <inkml:brushProperty name="height" value="0.06048" units="cm"/>
      <inkml:brushProperty name="color" value="#ED331F"/>
    </inkml:brush>
  </inkml:definitions>
  <inkml:trace contextRef="#ctx0" brushRef="#br0">1 6 8355,'3'0'157,"-1"0"0,-1 0 364,1 0 0,1 0 1,3 0-1,-1 0-551,1 0 0,-1 0 0,1 0 1,0 0-161,2 0 0,-1 0 1,1 0-92,1 0 0,0 0 0,-2 0 0,0 0-521,0 0 0,-2-2 0,1-2 0</inkml:trace>
  <inkml:trace contextRef="#ctx0" brushRef="#br0" timeOffset="1">6 68 7384,'1'4'671,"1"-1"-445,2-1 0,1 2 1,2-2-1,1-1-266,1 0 0,2-1 1,3 0-1,0 0-727,2 0 0,0 0 0,1 0 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4.523"/>
    </inkml:context>
    <inkml:brush xml:id="br0">
      <inkml:brushProperty name="width" value="0.06048" units="cm"/>
      <inkml:brushProperty name="height" value="0.06048" units="cm"/>
      <inkml:brushProperty name="color" value="#ED331F"/>
    </inkml:brush>
  </inkml:definitions>
  <inkml:trace contextRef="#ctx0" brushRef="#br0">17 23 8355,'-4'-1'655,"1"-1"1,1 1 0,-1-1 115,0-1 1,2 3 0,3-3-571,2 1 1,1 1 0,1-1-1,1 1-355,0-1 1,3 2-1,-1-2 1,0 1-1,0 1 1,-1 0-1,0 1-890,0 1 1,-2-1 670,2 3 0,-2-3 0,-1 1 1,-1 0-1716,0 0 1846,0 0 0,1-2 0,1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5.004"/>
    </inkml:context>
    <inkml:brush xml:id="br0">
      <inkml:brushProperty name="width" value="0.06048" units="cm"/>
      <inkml:brushProperty name="height" value="0.06048" units="cm"/>
      <inkml:brushProperty name="color" value="#ED331F"/>
    </inkml:brush>
  </inkml:definitions>
  <inkml:trace contextRef="#ctx0" brushRef="#br0">186 85 8355,'5'-6'-497,"1"1"1,-1-3 0,-1 0-1,0 0 532,0 0 1,-1 0-1,-1 3 1,-2-1 417,0 0 1,0 1 0,-2 1 0,-2 1-82,-1 0 1,-2 2 0,-2 1-1,0 0-3,-3 0 1,1 2 0,-2 2 0,1 3 31,1 0 0,-1 4 0,0-1 0,0 3-175,1-1 1,1 3-1,0-1 1,0 2-90,0 1 0,4-3 1,-2 4-1,2 0-87,0 0 1,3-1 0,-1-1 0,2 0-60,1-1 1,1-3-1,2 0-245,1-2 0,4-6 0,1 0 0,2-3 0,1-2-242,4-3 1,-1-5 0,1-6 0,0-1 68,0-1 0,0-1 1,-4-1-1,-1 1 57,-1 0 0,-1 4 0,-3 1 0,-2 2-133,-1 1 0,-1 2 0,-1 2 78,0 1 0,-3 2 425,0 1 0,-2 4 0,-1 1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7:55.216"/>
    </inkml:context>
    <inkml:brush xml:id="br0">
      <inkml:brushProperty name="width" value="0.06048" units="cm"/>
      <inkml:brushProperty name="height" value="0.06048" units="cm"/>
      <inkml:brushProperty name="color" value="#ED331F"/>
    </inkml:brush>
  </inkml:definitions>
  <inkml:trace contextRef="#ctx0" brushRef="#br0">6 6 8355,'-3'0'-938,"0"0"-340,3 0 1176,0-3 1,3 3 0,0-3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0.809"/>
    </inkml:context>
    <inkml:brush xml:id="br0">
      <inkml:brushProperty name="width" value="0.06048" units="cm"/>
      <inkml:brushProperty name="height" value="0.06048" units="cm"/>
      <inkml:brushProperty name="color" value="#ED331F"/>
    </inkml:brush>
  </inkml:definitions>
  <inkml:trace contextRef="#ctx0" brushRef="#br0">181 28 7561,'-6'0'564,"2"-1"0,1-2 0,1 0-286,0-1 1,0 0 0,-1 1-43,0 1 0,-1 0 0,-1 1 0,-1 0-11,1-1 1,-1 0-190,0 2 1,3 0 0,-1 1-156,-1 1 1,0-1 178,0 3 1,1-3 0,1 2-1,0-2 1,0 2 27,1 0 0,-2 1-84,0 1 0,1 1 0,1 0 1,0-1 29,0 1 0,-2 0 0,2-1-39,1 1 0,-1 1 0,0 1 0,1-1 0,0 1 5,1-1 1,0 1 0,0-3 0,0 1-32,0 0 0,0-3 0,0 1 38,0 1 0,-2-2 18,0 0 0,0 1-12,2 2-273,0-3 93,0-1 0,0-2 115,0-2 1,1-1 0,1-1-1,1 0-54,0 0 0,2 1 0,-1 0 0,1 0 23,0-1 1,1 3 0,0-1 0,-1 2 25,1 0 1,-1 2 0,2 0 0,0 1 42,0 2 0,1 0 0,-3 0 1,0-1 118,-1 0 1,1-1 0,-2 3 0,0 0 417,-1-1 1,-1 1-1,-1 0 1,0 1-259,0 0 1,-3 2-1,-1-3 1,-2 2-43,-2-1 0,-2 1 0,1-1 0,0 1 5,0 0 0,-1-1 0,-1 2-414,0-1 0,0-1 1,1-2-1,1 0 0,1-2-156,1 2 0,1-2 1,1 0-1,-1 0 1,1-2-1766,1 2 916,2-2 1,4 1 0,1-2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1.830"/>
    </inkml:context>
    <inkml:brush xml:id="br0">
      <inkml:brushProperty name="width" value="0.06048" units="cm"/>
      <inkml:brushProperty name="height" value="0.06048" units="cm"/>
      <inkml:brushProperty name="color" value="#ED331F"/>
    </inkml:brush>
  </inkml:definitions>
  <inkml:trace contextRef="#ctx0" brushRef="#br0">0 17 8280,'0'-3'1041,"0"-1"0,2 2-956,0-2 0,2 3 0,0-1 79,1 2 0,1 0 0,-1 0 0,1 0 0,0 0 28,2 2 1,-2 0 0,2 3-143,-2 1 0,1 4 1,1-1-1,-1 2 0,-1 2 1,0 0-59,-1 2 0,1 0 0,-1 2 0,0-1-7,-1-1 0,0 1 1,-2-3-110,0-1 0,-2 0 0,0-1 1,0 0-1,0-1-353,0-1 1,0 0-1,0 1-80,0-1 1,0-1 0,0 1-1,0-1-1604,0-1 2143,0-1 0,0-1 0,0 1 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2.179"/>
    </inkml:context>
    <inkml:brush xml:id="br0">
      <inkml:brushProperty name="width" value="0.06048" units="cm"/>
      <inkml:brushProperty name="height" value="0.06048" units="cm"/>
      <inkml:brushProperty name="color" value="#ED331F"/>
    </inkml:brush>
  </inkml:definitions>
  <inkml:trace contextRef="#ctx0" brushRef="#br0">220 1 5799,'-6'0'1899,"0"0"-1245,-2 0 1,2 0-388,-1 0 0,-2 0 0,1 1 0,0 0-74,0 1 1,-2 1-1,1 0-149,1 0 0,-2-2 1,1 2-1,1-1 0,-2 0 38,2 1 1,-2 1 0,2 2 0,1-1-102,-2 1 0,3 0 1,-1 2-1,0 1 1,2 2-82,-1 0 1,1 3-1,1 0-188,0 0 0,3 3 1,-1-3-1,1 0-444,1-1 1,1-1-1,1-3 1,2-1 480,1-2 0,3-1 0,0 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2.557"/>
    </inkml:context>
    <inkml:brush xml:id="br0">
      <inkml:brushProperty name="width" value="0.06048" units="cm"/>
      <inkml:brushProperty name="height" value="0.06048" units="cm"/>
      <inkml:brushProperty name="color" value="#ED331F"/>
    </inkml:brush>
  </inkml:definitions>
  <inkml:trace contextRef="#ctx0" brushRef="#br0">1 40 8389,'0'5'609,"0"1"-427,0 0 0,0 1 0,0 1-15,0 1 1,0 0 0,0 3 0,0 0 4,0 1 0,0-3 0,0 1 0,2-1 4,-1-1 0,2-2 1,-2-3-247,1 0 1,0-3-1,-2-1-100,0-3 0,0-3 0,0-1 0,0-3-8,0-3 1,0 1 0,1-1 0,0-1 14,1 1 0,2 0 0,0 2 1,0 0 34,0-1 1,1 4 0,-1 0 130,3-1 1,-1 5-1,2-2 1,-1 2 39,0 1 1,0 0 0,0 3-1,0 0 3,0 0 1,0 0 0,0 1 0,-1 1-222,-3 2 0,2 1 0,-1 0 107,-1 1 0,0 0-628,-1-1 1,-2 3 0,3 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2.977"/>
    </inkml:context>
    <inkml:brush xml:id="br0">
      <inkml:brushProperty name="width" value="0.06048" units="cm"/>
      <inkml:brushProperty name="height" value="0.06048" units="cm"/>
      <inkml:brushProperty name="color" value="#ED331F"/>
    </inkml:brush>
  </inkml:definitions>
  <inkml:trace contextRef="#ctx0" brushRef="#br0">0 107 8355,'3'1'211,"-1"0"1,-1 3 28,-1 1 1,2 0-1,2-1 1,1-2 0,1 0-1,-1 0 1,1-1-18,0 0 1,1-1 0,1 0 0,-2-1-167,1 0 0,0-3 1,1-1-1,0-1-80,1-2 1,-1 1 0,-1-2-38,0-1 0,1 1 0,-3 0 1,1-1-85,-1 2 0,-1-2 1,-1 2-1,0 1-56,-2 1 0,0 0 160,-1 1 1,-3 2 0,-2 1 0,-3 2 58,-1 2 1,2 1 0,-3 3-1,0 2 176,0 3 1,0-1-1,2 3 1,-1-1 101,0 0 1,2 2 0,0-1-142,1 0 0,2-2 0,2 1 0,0-1-249,0 0 0,0 0 0,3-2 0,0-1 0,2 0-301,0-1 0,1 0 0,3-3 0,1 0-356,1-2 1,0 0-1,3-2 124,-1 0 1,0-3 0,0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3.484"/>
    </inkml:context>
    <inkml:brush xml:id="br0">
      <inkml:brushProperty name="width" value="0.06048" units="cm"/>
      <inkml:brushProperty name="height" value="0.06048" units="cm"/>
      <inkml:brushProperty name="color" value="#ED331F"/>
    </inkml:brush>
  </inkml:definitions>
  <inkml:trace contextRef="#ctx0" brushRef="#br0">101 96 8201,'3'2'-57,"1"-2"0,-2-1 0,1-4 133,-1-1 1,-1-1 0,2 1-1,0 1 1,-2-1 0,0 0 0,-1 1-1,0-1 179,0 1 0,0-1 1,-1 1-1,0 1-28,-1 0 0,-2 0 0,0-1 0,-2 1 25,-1 0 0,1 3 1,-2-1-1,2 1 3,0 1 0,1 0 0,-1 1-117,0 1 0,-1 3 0,1 2 0,0 1 43,1 0 0,-1-1 0,2 2 1,0 1-108,0 1 1,-1-2-1,3 0 1,0 1-1,-1-1 64,2 1 1,0-2-1,1 2-625,0-3 1,2-1-1,1-1 1,0-1 0,1-2-50,1-1 0,2-4 0,2-1 1,-1-3-15,0-2 1,0 0 318,-1-1 0,0 2 0,0-2 0,-1 1 1,0 1-1,-1 1 410,-1 1 1,-1 3 261,-1 1 0,-2 2 1,2 2-1,-1 3-234,-1 2 1,0 2 0,-1 0 130,-1-1 0,2 2 0,-2 0 1,1 0-1,1-2 47,0 0 1,0-2 0,0 2-1577,0-2 0,1-3 0,1-1 1,1-2 577,0-2 1,5-4 0,-2-2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3.802"/>
    </inkml:context>
    <inkml:brush xml:id="br0">
      <inkml:brushProperty name="width" value="0.06048" units="cm"/>
      <inkml:brushProperty name="height" value="0.06048" units="cm"/>
      <inkml:brushProperty name="color" value="#ED331F"/>
    </inkml:brush>
  </inkml:definitions>
  <inkml:trace contextRef="#ctx0" brushRef="#br0">17 10 8355,'3'-6'227,"0"3"1,-3 3-1,-1 5 1,0 3-1,-1 1 1,0 1 0,0 2-1,0 2 1,0 0-1,-1 2-512,2 0 0,-2 0 0,1-1 0,1 2 188,1-2 1,0-2 0,0 0 0,0-3 0,0-1 0,2-1-631,2-1 0,0-2 0,0-2-271,0-1 998,0 0 0,2-2 0,-1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4.194"/>
    </inkml:context>
    <inkml:brush xml:id="br0">
      <inkml:brushProperty name="width" value="0.06048" units="cm"/>
      <inkml:brushProperty name="height" value="0.06048" units="cm"/>
      <inkml:brushProperty name="color" value="#ED331F"/>
    </inkml:brush>
  </inkml:definitions>
  <inkml:trace contextRef="#ctx0" brushRef="#br0">0 6 8355,'3'0'1277,"-3"0"-603,-1-2-744,-1 1 1,3-1-1,1 2 1,2 0 0,2 0-48,2 2 1,2-1-1,-1 1 1,2 0-1,0 0-338,0-1 0,-2 2 0,1-1 0,-1-1-1,0 2 1,2 0-1,-3 3 1</inkml:trace>
  <inkml:trace contextRef="#ctx0" brushRef="#br0" timeOffset="1">56 74 8355,'-5'2'339,"-1"-1"1,3 2 0,2-2-428,2 1 1,2 2 0,3-2-1,2-1 34,1-1 0,2 0 1,0 0-1,0 0-715,0 0 0,3 0 0,1 0 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5.066"/>
    </inkml:context>
    <inkml:brush xml:id="br0">
      <inkml:brushProperty name="width" value="0.06048" units="cm"/>
      <inkml:brushProperty name="height" value="0.06048" units="cm"/>
      <inkml:brushProperty name="color" value="#ED331F"/>
    </inkml:brush>
  </inkml:definitions>
  <inkml:trace contextRef="#ctx0" brushRef="#br0">180 118 6307,'0'6'337,"0"-1"0,0-1 631,0 0-871,0-3 1,3 2 0,1-3 0,1-2 0,0-1 0,-1-3 0,0-2 0,0-2-1,0-1 1,0 0 0,-2 1 0,-1 0 0,-1 0 0,0 1 0,0-1 0,-2 2 1277,-1 0-1273,-1 0 0,-5 3 65,2 1 0,-2 0 0,-2 2 0,-1 1 165,1 0 1,-2 1 0,0 1-206,1 1 0,0 1 0,0 2 0,2 1 0,0 0 1,1 0-1,1 1 0,1 3 0,1 0 0,0 2 272,1-1 1,-1 3-285,0 1 0,1 1 1,1 1-1,1 0 0,0 1-119,2-1 1,0 0 0,2-4-1,0-1-127,1-2 1,3-1-1,0-2 1,3-3-85,0-1 0,1-2 1,1-2-1,0-3-89,0-1 1,2-3 0,1-2 0,0-2-414,-1 1 0,-2-3 0,0 4-7,-3 0 1,1 3-1,-1-1 1,-1 2 218,-2 1 0,0-1 0,1 0 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5.288"/>
    </inkml:context>
    <inkml:brush xml:id="br0">
      <inkml:brushProperty name="width" value="0.06048" units="cm"/>
      <inkml:brushProperty name="height" value="0.06048" units="cm"/>
      <inkml:brushProperty name="color" value="#ED331F"/>
    </inkml:brush>
  </inkml:definitions>
  <inkml:trace contextRef="#ctx0" brushRef="#br0">3 23 10414,'-2'0'-96,"2"-2"0,0 1 0,2-3 0,0 1-714,0 0-62,2 2 1,-3-4-1,2 2 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4-28T20:38:06.917"/>
    </inkml:context>
    <inkml:brush xml:id="br0">
      <inkml:brushProperty name="width" value="0.06048" units="cm"/>
      <inkml:brushProperty name="height" value="0.06048" units="cm"/>
      <inkml:brushProperty name="color" value="#ED331F"/>
    </inkml:brush>
  </inkml:definitions>
  <inkml:trace contextRef="#ctx0" brushRef="#br0">147 45 9541,'-2'-4'0,"0"1"469,1-2 0,-2 2 0,1-1 1,-1 0-1,-2-1 0,0 0-231,0 1 0,-1 1 1,1 2-1,-1-1 1,0 1-1,1 0-237,-1 1 1,0 0 0,1 1-1,1 1-142,0 1 1,1 2 90,-3 1 1,2 0 0,1-1 0,0 1 77,0-1 0,0 1 0,-2 0 0,2 0 0,0 1 23,0 0 1,1 1-1,-1-2 1,0 1 81,0 0 1,1 3-115,-2-3 1,3 1 0,-2-2 0,1 1-1,1 0-68,-1 0 1,2-1 0,0 0 0,0 0-82,0-1 1,0-1 0,0 0 0,0 0-114,0 1 1,0-1 0,0-1-167,2 0 1,-1-2 271,3-1 0,0-2 0,2-2 50,-1-1 0,1 0 0,-1-1 1,-1 1 25,0 1 1,0 0-1,4 2 1,1 1-1,-1 0-101,0 1 214,-2 0 1,0 1 0,-1 1-1,1 1 1,0 2 0,-1 1 188,-2 0 1,2 0 0,-3 1-1,1 1 179,-1 1 0,0-2 0,-2 2 0,0 1-104,0-1 0,-2 1 0,-3 0 58,-2 0 1,1 1 0,-2 0 0,0-1-226,1-1 1,-2-1 0,0 1 0,1-1-290,-2-1 1,2-2 0,0 0 0,2-2-1586,0-1 1,1 0 20,-1-2 0,3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F7A6E2-42D2-4A4E-83C2-807FB2455435}" type="datetimeFigureOut">
              <a:rPr lang="en-US" smtClean="0"/>
              <a:t>4/30/18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803128-34F1-0E4A-8634-DB82ECA90046}" type="slidenum">
              <a:rPr lang="en-US" smtClean="0"/>
              <a:t>‹#›</a:t>
            </a:fld>
            <a:endParaRPr lang="en-US"/>
          </a:p>
        </p:txBody>
      </p:sp>
    </p:spTree>
    <p:extLst>
      <p:ext uri="{BB962C8B-B14F-4D97-AF65-F5344CB8AC3E}">
        <p14:creationId xmlns:p14="http://schemas.microsoft.com/office/powerpoint/2010/main" val="372046511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ED3855-B19C-DE44-8DD9-A694FCF3EEC7}" type="datetimeFigureOut">
              <a:rPr lang="en-US" smtClean="0"/>
              <a:t>4/30/18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530058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ED3855-B19C-DE44-8DD9-A694FCF3EEC7}" type="datetimeFigureOut">
              <a:rPr lang="en-US" smtClean="0"/>
              <a:t>4/30/18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2143039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ED3855-B19C-DE44-8DD9-A694FCF3EEC7}" type="datetimeFigureOut">
              <a:rPr lang="en-US" smtClean="0"/>
              <a:t>4/30/18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3170187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1ED3855-B19C-DE44-8DD9-A694FCF3EEC7}" type="datetimeFigureOut">
              <a:rPr lang="en-US" smtClean="0"/>
              <a:t>4/30/18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1261444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1ED3855-B19C-DE44-8DD9-A694FCF3EEC7}" type="datetimeFigureOut">
              <a:rPr lang="en-US" smtClean="0"/>
              <a:t>4/30/18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581609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1ED3855-B19C-DE44-8DD9-A694FCF3EEC7}" type="datetimeFigureOut">
              <a:rPr lang="en-US" smtClean="0"/>
              <a:t>4/30/18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1434005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ED3855-B19C-DE44-8DD9-A694FCF3EEC7}" type="datetimeFigureOut">
              <a:rPr lang="en-US" smtClean="0"/>
              <a:t>4/30/18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390474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ED3855-B19C-DE44-8DD9-A694FCF3EEC7}" type="datetimeFigureOut">
              <a:rPr lang="en-US" smtClean="0"/>
              <a:t>4/30/18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227244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ED3855-B19C-DE44-8DD9-A694FCF3EEC7}" type="datetimeFigureOut">
              <a:rPr lang="en-US" smtClean="0"/>
              <a:t>4/30/18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3843649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ED3855-B19C-DE44-8DD9-A694FCF3EEC7}" type="datetimeFigureOut">
              <a:rPr lang="en-US" smtClean="0"/>
              <a:t>4/30/18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3294921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ED3855-B19C-DE44-8DD9-A694FCF3EEC7}" type="datetimeFigureOut">
              <a:rPr lang="en-US" smtClean="0"/>
              <a:t>4/30/18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440B22-307C-C64C-BF50-C7D4A349EC1A}" type="slidenum">
              <a:rPr lang="en-US" smtClean="0"/>
              <a:t>‹#›</a:t>
            </a:fld>
            <a:endParaRPr lang="en-US"/>
          </a:p>
        </p:txBody>
      </p:sp>
    </p:spTree>
    <p:extLst>
      <p:ext uri="{BB962C8B-B14F-4D97-AF65-F5344CB8AC3E}">
        <p14:creationId xmlns:p14="http://schemas.microsoft.com/office/powerpoint/2010/main" val="264628030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ED3855-B19C-DE44-8DD9-A694FCF3EEC7}" type="datetimeFigureOut">
              <a:rPr lang="en-US" smtClean="0"/>
              <a:t>4/30/18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440B22-307C-C64C-BF50-C7D4A349EC1A}" type="slidenum">
              <a:rPr lang="en-US" smtClean="0"/>
              <a:t>‹#›</a:t>
            </a:fld>
            <a:endParaRPr lang="en-US"/>
          </a:p>
        </p:txBody>
      </p:sp>
    </p:spTree>
    <p:extLst>
      <p:ext uri="{BB962C8B-B14F-4D97-AF65-F5344CB8AC3E}">
        <p14:creationId xmlns:p14="http://schemas.microsoft.com/office/powerpoint/2010/main" val="410652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42.png"/><Relationship Id="rId20" Type="http://schemas.openxmlformats.org/officeDocument/2006/relationships/customXml" Target="../ink/ink10.xml"/><Relationship Id="rId21" Type="http://schemas.openxmlformats.org/officeDocument/2006/relationships/image" Target="../media/image101.png"/><Relationship Id="rId10" Type="http://schemas.openxmlformats.org/officeDocument/2006/relationships/customXml" Target="../ink/ink5.xml"/><Relationship Id="rId11" Type="http://schemas.openxmlformats.org/officeDocument/2006/relationships/image" Target="../media/image51.png"/><Relationship Id="rId12" Type="http://schemas.openxmlformats.org/officeDocument/2006/relationships/customXml" Target="../ink/ink6.xml"/><Relationship Id="rId13" Type="http://schemas.openxmlformats.org/officeDocument/2006/relationships/image" Target="../media/image61.png"/><Relationship Id="rId14" Type="http://schemas.openxmlformats.org/officeDocument/2006/relationships/customXml" Target="../ink/ink7.xml"/><Relationship Id="rId15" Type="http://schemas.openxmlformats.org/officeDocument/2006/relationships/image" Target="../media/image71.png"/><Relationship Id="rId16" Type="http://schemas.openxmlformats.org/officeDocument/2006/relationships/customXml" Target="../ink/ink8.xml"/><Relationship Id="rId17" Type="http://schemas.openxmlformats.org/officeDocument/2006/relationships/image" Target="../media/image81.png"/><Relationship Id="rId18" Type="http://schemas.openxmlformats.org/officeDocument/2006/relationships/customXml" Target="../ink/ink9.xml"/><Relationship Id="rId19" Type="http://schemas.openxmlformats.org/officeDocument/2006/relationships/image" Target="../media/image91.png"/><Relationship Id="rId1" Type="http://schemas.openxmlformats.org/officeDocument/2006/relationships/slideLayout" Target="../slideLayouts/slideLayout2.xml"/><Relationship Id="rId2" Type="http://schemas.openxmlformats.org/officeDocument/2006/relationships/customXml" Target="../ink/ink1.xml"/><Relationship Id="rId3" Type="http://schemas.openxmlformats.org/officeDocument/2006/relationships/image" Target="../media/image111.png"/><Relationship Id="rId4" Type="http://schemas.openxmlformats.org/officeDocument/2006/relationships/customXml" Target="../ink/ink2.xml"/><Relationship Id="rId5" Type="http://schemas.openxmlformats.org/officeDocument/2006/relationships/image" Target="../media/image211.png"/><Relationship Id="rId6" Type="http://schemas.openxmlformats.org/officeDocument/2006/relationships/customXml" Target="../ink/ink3.xml"/><Relationship Id="rId7" Type="http://schemas.openxmlformats.org/officeDocument/2006/relationships/image" Target="../media/image310.png"/><Relationship Id="rId8" Type="http://schemas.openxmlformats.org/officeDocument/2006/relationships/customXml" Target="../ink/ink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emf"/></Relationships>
</file>

<file path=ppt/slides/_rels/slide4.xml.rels><?xml version="1.0" encoding="UTF-8" standalone="yes"?>
<Relationships xmlns="http://schemas.openxmlformats.org/package/2006/relationships"><Relationship Id="rId20" Type="http://schemas.openxmlformats.org/officeDocument/2006/relationships/customXml" Target="../ink/ink20.xml"/><Relationship Id="rId21" Type="http://schemas.openxmlformats.org/officeDocument/2006/relationships/image" Target="../media/image100.png"/><Relationship Id="rId22" Type="http://schemas.openxmlformats.org/officeDocument/2006/relationships/customXml" Target="../ink/ink21.xml"/><Relationship Id="rId23" Type="http://schemas.openxmlformats.org/officeDocument/2006/relationships/customXml" Target="../ink/ink22.xml"/><Relationship Id="rId24" Type="http://schemas.openxmlformats.org/officeDocument/2006/relationships/customXml" Target="../ink/ink23.xml"/><Relationship Id="rId25" Type="http://schemas.openxmlformats.org/officeDocument/2006/relationships/image" Target="../media/image113.png"/><Relationship Id="rId26" Type="http://schemas.openxmlformats.org/officeDocument/2006/relationships/customXml" Target="../ink/ink24.xml"/><Relationship Id="rId27" Type="http://schemas.openxmlformats.org/officeDocument/2006/relationships/image" Target="../media/image120.png"/><Relationship Id="rId28" Type="http://schemas.openxmlformats.org/officeDocument/2006/relationships/customXml" Target="../ink/ink25.xml"/><Relationship Id="rId29" Type="http://schemas.openxmlformats.org/officeDocument/2006/relationships/customXml" Target="../ink/ink26.xml"/><Relationship Id="rId1" Type="http://schemas.openxmlformats.org/officeDocument/2006/relationships/slideLayout" Target="../slideLayouts/slideLayout2.xml"/><Relationship Id="rId2" Type="http://schemas.openxmlformats.org/officeDocument/2006/relationships/customXml" Target="../ink/ink11.xml"/><Relationship Id="rId3" Type="http://schemas.openxmlformats.org/officeDocument/2006/relationships/image" Target="../media/image110.png"/><Relationship Id="rId4" Type="http://schemas.openxmlformats.org/officeDocument/2006/relationships/customXml" Target="../ink/ink12.xml"/><Relationship Id="rId5" Type="http://schemas.openxmlformats.org/officeDocument/2006/relationships/image" Target="../media/image210.png"/><Relationship Id="rId30" Type="http://schemas.openxmlformats.org/officeDocument/2006/relationships/customXml" Target="../ink/ink27.xml"/><Relationship Id="rId31" Type="http://schemas.openxmlformats.org/officeDocument/2006/relationships/image" Target="../media/image130.png"/><Relationship Id="rId32" Type="http://schemas.openxmlformats.org/officeDocument/2006/relationships/customXml" Target="../ink/ink28.xml"/><Relationship Id="rId9" Type="http://schemas.openxmlformats.org/officeDocument/2006/relationships/image" Target="../media/image41.png"/><Relationship Id="rId6" Type="http://schemas.openxmlformats.org/officeDocument/2006/relationships/customXml" Target="../ink/ink13.xml"/><Relationship Id="rId7" Type="http://schemas.openxmlformats.org/officeDocument/2006/relationships/image" Target="../media/image33.png"/><Relationship Id="rId8" Type="http://schemas.openxmlformats.org/officeDocument/2006/relationships/customXml" Target="../ink/ink14.xml"/><Relationship Id="rId33" Type="http://schemas.openxmlformats.org/officeDocument/2006/relationships/image" Target="../media/image140.png"/><Relationship Id="rId10" Type="http://schemas.openxmlformats.org/officeDocument/2006/relationships/customXml" Target="../ink/ink15.xml"/><Relationship Id="rId11" Type="http://schemas.openxmlformats.org/officeDocument/2006/relationships/image" Target="../media/image50.png"/><Relationship Id="rId12" Type="http://schemas.openxmlformats.org/officeDocument/2006/relationships/customXml" Target="../ink/ink16.xml"/><Relationship Id="rId13" Type="http://schemas.openxmlformats.org/officeDocument/2006/relationships/image" Target="../media/image60.png"/><Relationship Id="rId14" Type="http://schemas.openxmlformats.org/officeDocument/2006/relationships/customXml" Target="../ink/ink17.xml"/><Relationship Id="rId15" Type="http://schemas.openxmlformats.org/officeDocument/2006/relationships/image" Target="../media/image70.png"/><Relationship Id="rId16" Type="http://schemas.openxmlformats.org/officeDocument/2006/relationships/customXml" Target="../ink/ink18.xml"/><Relationship Id="rId17" Type="http://schemas.openxmlformats.org/officeDocument/2006/relationships/image" Target="../media/image80.png"/><Relationship Id="rId18" Type="http://schemas.openxmlformats.org/officeDocument/2006/relationships/customXml" Target="../ink/ink19.xml"/><Relationship Id="rId19" Type="http://schemas.openxmlformats.org/officeDocument/2006/relationships/image" Target="../media/image90.png"/></Relationships>
</file>

<file path=ppt/slides/_rels/slide5.xml.rels><?xml version="1.0" encoding="UTF-8" standalone="yes"?>
<Relationships xmlns="http://schemas.openxmlformats.org/package/2006/relationships"><Relationship Id="rId9" Type="http://schemas.openxmlformats.org/officeDocument/2006/relationships/image" Target="../media/image180.png"/><Relationship Id="rId20" Type="http://schemas.openxmlformats.org/officeDocument/2006/relationships/customXml" Target="../ink/ink38.xml"/><Relationship Id="rId21" Type="http://schemas.openxmlformats.org/officeDocument/2006/relationships/image" Target="../media/image24.png"/><Relationship Id="rId22" Type="http://schemas.openxmlformats.org/officeDocument/2006/relationships/customXml" Target="../ink/ink39.xml"/><Relationship Id="rId23" Type="http://schemas.openxmlformats.org/officeDocument/2006/relationships/image" Target="../media/image25.png"/><Relationship Id="rId24" Type="http://schemas.openxmlformats.org/officeDocument/2006/relationships/customXml" Target="../ink/ink40.xml"/><Relationship Id="rId25" Type="http://schemas.openxmlformats.org/officeDocument/2006/relationships/image" Target="../media/image26.png"/><Relationship Id="rId26" Type="http://schemas.openxmlformats.org/officeDocument/2006/relationships/customXml" Target="../ink/ink41.xml"/><Relationship Id="rId27" Type="http://schemas.openxmlformats.org/officeDocument/2006/relationships/image" Target="../media/image27.png"/><Relationship Id="rId28" Type="http://schemas.openxmlformats.org/officeDocument/2006/relationships/customXml" Target="../ink/ink42.xml"/><Relationship Id="rId29" Type="http://schemas.openxmlformats.org/officeDocument/2006/relationships/image" Target="../media/image28.png"/><Relationship Id="rId30" Type="http://schemas.openxmlformats.org/officeDocument/2006/relationships/customXml" Target="../ink/ink43.xml"/><Relationship Id="rId31" Type="http://schemas.openxmlformats.org/officeDocument/2006/relationships/image" Target="../media/image29.png"/><Relationship Id="rId10" Type="http://schemas.openxmlformats.org/officeDocument/2006/relationships/customXml" Target="../ink/ink33.xml"/><Relationship Id="rId11" Type="http://schemas.openxmlformats.org/officeDocument/2006/relationships/image" Target="../media/image19.png"/><Relationship Id="rId12" Type="http://schemas.openxmlformats.org/officeDocument/2006/relationships/customXml" Target="../ink/ink34.xml"/><Relationship Id="rId13" Type="http://schemas.openxmlformats.org/officeDocument/2006/relationships/image" Target="../media/image20.png"/><Relationship Id="rId14" Type="http://schemas.openxmlformats.org/officeDocument/2006/relationships/customXml" Target="../ink/ink35.xml"/><Relationship Id="rId15" Type="http://schemas.openxmlformats.org/officeDocument/2006/relationships/image" Target="../media/image21.png"/><Relationship Id="rId16" Type="http://schemas.openxmlformats.org/officeDocument/2006/relationships/customXml" Target="../ink/ink36.xml"/><Relationship Id="rId17" Type="http://schemas.openxmlformats.org/officeDocument/2006/relationships/image" Target="../media/image22.png"/><Relationship Id="rId18" Type="http://schemas.openxmlformats.org/officeDocument/2006/relationships/customXml" Target="../ink/ink37.xml"/><Relationship Id="rId19"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customXml" Target="../ink/ink29.xml"/><Relationship Id="rId3" Type="http://schemas.openxmlformats.org/officeDocument/2006/relationships/image" Target="../media/image150.png"/><Relationship Id="rId4" Type="http://schemas.openxmlformats.org/officeDocument/2006/relationships/customXml" Target="../ink/ink30.xml"/><Relationship Id="rId5" Type="http://schemas.openxmlformats.org/officeDocument/2006/relationships/image" Target="../media/image160.png"/><Relationship Id="rId6" Type="http://schemas.openxmlformats.org/officeDocument/2006/relationships/customXml" Target="../ink/ink31.xml"/><Relationship Id="rId7" Type="http://schemas.openxmlformats.org/officeDocument/2006/relationships/image" Target="../media/image170.png"/><Relationship Id="rId8" Type="http://schemas.openxmlformats.org/officeDocument/2006/relationships/customXml" Target="../ink/ink32.xml"/></Relationships>
</file>

<file path=ppt/slides/_rels/slide6.xml.rels><?xml version="1.0" encoding="UTF-8" standalone="yes"?>
<Relationships xmlns="http://schemas.openxmlformats.org/package/2006/relationships"><Relationship Id="rId3" Type="http://schemas.openxmlformats.org/officeDocument/2006/relationships/customXml" Target="../ink/ink44.xml"/><Relationship Id="rId4" Type="http://schemas.openxmlformats.org/officeDocument/2006/relationships/image" Target="../media/image30.png"/><Relationship Id="rId5" Type="http://schemas.openxmlformats.org/officeDocument/2006/relationships/customXml" Target="../ink/ink45.xml"/><Relationship Id="rId6" Type="http://schemas.openxmlformats.org/officeDocument/2006/relationships/image" Target="../media/image31.png"/><Relationship Id="rId7" Type="http://schemas.openxmlformats.org/officeDocument/2006/relationships/customXml" Target="../ink/ink46.xml"/><Relationship Id="rId8" Type="http://schemas.openxmlformats.org/officeDocument/2006/relationships/image" Target="../media/image32.png"/><Relationship Id="rId1" Type="http://schemas.openxmlformats.org/officeDocument/2006/relationships/slideLayout" Target="../slideLayouts/slideLayout2.xml"/><Relationship Id="rId2" Type="http://schemas.openxmlformats.org/officeDocument/2006/relationships/image" Target="../media/image2.emf"/></Relationships>
</file>

<file path=ppt/slides/_rels/slide7.xml.rels><?xml version="1.0" encoding="UTF-8" standalone="yes"?>
<Relationships xmlns="http://schemas.openxmlformats.org/package/2006/relationships"><Relationship Id="rId12" Type="http://schemas.openxmlformats.org/officeDocument/2006/relationships/image" Target="../media/image38.png"/><Relationship Id="rId13" Type="http://schemas.openxmlformats.org/officeDocument/2006/relationships/customXml" Target="../ink/ink51.xml"/><Relationship Id="rId14"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image" Target="../media/image3.emf"/><Relationship Id="rId3" Type="http://schemas.openxmlformats.org/officeDocument/2006/relationships/customXml" Target="../ink/ink47.xml"/><Relationship Id="rId4" Type="http://schemas.openxmlformats.org/officeDocument/2006/relationships/image" Target="../media/image34.png"/><Relationship Id="rId5" Type="http://schemas.openxmlformats.org/officeDocument/2006/relationships/customXml" Target="../ink/ink48.xml"/><Relationship Id="rId6" Type="http://schemas.openxmlformats.org/officeDocument/2006/relationships/image" Target="../media/image35.png"/><Relationship Id="rId7" Type="http://schemas.openxmlformats.org/officeDocument/2006/relationships/customXml" Target="../ink/ink49.xml"/><Relationship Id="rId8" Type="http://schemas.openxmlformats.org/officeDocument/2006/relationships/image" Target="../media/image36.png"/><Relationship Id="rId9" Type="http://schemas.openxmlformats.org/officeDocument/2006/relationships/customXml" Target="../ink/ink5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emf"/><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image" Target="../media/image7.png"/><Relationship Id="rId20" Type="http://schemas.openxmlformats.org/officeDocument/2006/relationships/customXml" Target="../ink/ink61.xml"/><Relationship Id="rId21" Type="http://schemas.openxmlformats.org/officeDocument/2006/relationships/image" Target="../media/image13.png"/><Relationship Id="rId22" Type="http://schemas.openxmlformats.org/officeDocument/2006/relationships/customXml" Target="../ink/ink62.xml"/><Relationship Id="rId23" Type="http://schemas.openxmlformats.org/officeDocument/2006/relationships/image" Target="../media/image14.png"/><Relationship Id="rId10" Type="http://schemas.openxmlformats.org/officeDocument/2006/relationships/customXml" Target="../ink/ink56.xml"/><Relationship Id="rId11" Type="http://schemas.openxmlformats.org/officeDocument/2006/relationships/image" Target="../media/image8.png"/><Relationship Id="rId12" Type="http://schemas.openxmlformats.org/officeDocument/2006/relationships/customXml" Target="../ink/ink57.xml"/><Relationship Id="rId13" Type="http://schemas.openxmlformats.org/officeDocument/2006/relationships/image" Target="../media/image9.png"/><Relationship Id="rId14" Type="http://schemas.openxmlformats.org/officeDocument/2006/relationships/customXml" Target="../ink/ink58.xml"/><Relationship Id="rId15" Type="http://schemas.openxmlformats.org/officeDocument/2006/relationships/image" Target="../media/image10.png"/><Relationship Id="rId16" Type="http://schemas.openxmlformats.org/officeDocument/2006/relationships/customXml" Target="../ink/ink59.xml"/><Relationship Id="rId17" Type="http://schemas.openxmlformats.org/officeDocument/2006/relationships/image" Target="../media/image11.png"/><Relationship Id="rId18" Type="http://schemas.openxmlformats.org/officeDocument/2006/relationships/customXml" Target="../ink/ink60.xml"/><Relationship Id="rId19"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customXml" Target="../ink/ink52.xml"/><Relationship Id="rId3" Type="http://schemas.openxmlformats.org/officeDocument/2006/relationships/image" Target="../media/image45.png"/><Relationship Id="rId4" Type="http://schemas.openxmlformats.org/officeDocument/2006/relationships/customXml" Target="../ink/ink53.xml"/><Relationship Id="rId5" Type="http://schemas.openxmlformats.org/officeDocument/2006/relationships/image" Target="../media/image53.png"/><Relationship Id="rId6" Type="http://schemas.openxmlformats.org/officeDocument/2006/relationships/customXml" Target="../ink/ink54.xml"/><Relationship Id="rId7" Type="http://schemas.openxmlformats.org/officeDocument/2006/relationships/image" Target="../media/image63.png"/><Relationship Id="rId8" Type="http://schemas.openxmlformats.org/officeDocument/2006/relationships/customXml" Target="../ink/ink5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ustomXml" Target="../ink/ink63.xml"/><Relationship Id="rId3" Type="http://schemas.openxmlformats.org/officeDocument/2006/relationships/image" Target="../media/image1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3" Type="http://schemas.openxmlformats.org/officeDocument/2006/relationships/image" Target="../media/image18.png"/><Relationship Id="rId14" Type="http://schemas.openxmlformats.org/officeDocument/2006/relationships/customXml" Target="../ink/ink70.xml"/><Relationship Id="rId15" Type="http://schemas.openxmlformats.org/officeDocument/2006/relationships/image" Target="../media/image37.png"/><Relationship Id="rId16" Type="http://schemas.openxmlformats.org/officeDocument/2006/relationships/customXml" Target="../ink/ink71.xml"/><Relationship Id="rId17" Type="http://schemas.openxmlformats.org/officeDocument/2006/relationships/image" Target="../media/image40.png"/><Relationship Id="rId18" Type="http://schemas.openxmlformats.org/officeDocument/2006/relationships/customXml" Target="../ink/ink72.xml"/><Relationship Id="rId19" Type="http://schemas.openxmlformats.org/officeDocument/2006/relationships/image" Target="../media/image44.png"/><Relationship Id="rId50" Type="http://schemas.openxmlformats.org/officeDocument/2006/relationships/customXml" Target="../ink/ink88.xml"/><Relationship Id="rId51" Type="http://schemas.openxmlformats.org/officeDocument/2006/relationships/image" Target="../media/image69.png"/><Relationship Id="rId52" Type="http://schemas.openxmlformats.org/officeDocument/2006/relationships/customXml" Target="../ink/ink89.xml"/><Relationship Id="rId53" Type="http://schemas.openxmlformats.org/officeDocument/2006/relationships/image" Target="../media/image73.png"/><Relationship Id="rId54" Type="http://schemas.openxmlformats.org/officeDocument/2006/relationships/customXml" Target="../ink/ink90.xml"/><Relationship Id="rId55" Type="http://schemas.openxmlformats.org/officeDocument/2006/relationships/image" Target="../media/image74.png"/><Relationship Id="rId56" Type="http://schemas.openxmlformats.org/officeDocument/2006/relationships/customXml" Target="../ink/ink91.xml"/><Relationship Id="rId57" Type="http://schemas.openxmlformats.org/officeDocument/2006/relationships/image" Target="../media/image75.png"/><Relationship Id="rId40" Type="http://schemas.openxmlformats.org/officeDocument/2006/relationships/customXml" Target="../ink/ink83.xml"/><Relationship Id="rId41" Type="http://schemas.openxmlformats.org/officeDocument/2006/relationships/image" Target="../media/image64.png"/><Relationship Id="rId42" Type="http://schemas.openxmlformats.org/officeDocument/2006/relationships/customXml" Target="../ink/ink84.xml"/><Relationship Id="rId43" Type="http://schemas.openxmlformats.org/officeDocument/2006/relationships/image" Target="../media/image65.png"/><Relationship Id="rId44" Type="http://schemas.openxmlformats.org/officeDocument/2006/relationships/customXml" Target="../ink/ink85.xml"/><Relationship Id="rId45" Type="http://schemas.openxmlformats.org/officeDocument/2006/relationships/image" Target="../media/image66.png"/><Relationship Id="rId46" Type="http://schemas.openxmlformats.org/officeDocument/2006/relationships/customXml" Target="../ink/ink86.xml"/><Relationship Id="rId47" Type="http://schemas.openxmlformats.org/officeDocument/2006/relationships/image" Target="../media/image67.png"/><Relationship Id="rId48" Type="http://schemas.openxmlformats.org/officeDocument/2006/relationships/customXml" Target="../ink/ink87.xml"/><Relationship Id="rId49" Type="http://schemas.openxmlformats.org/officeDocument/2006/relationships/image" Target="../media/image68.png"/><Relationship Id="rId1" Type="http://schemas.openxmlformats.org/officeDocument/2006/relationships/slideLayout" Target="../slideLayouts/slideLayout2.xml"/><Relationship Id="rId2" Type="http://schemas.openxmlformats.org/officeDocument/2006/relationships/customXml" Target="../ink/ink64.xml"/><Relationship Id="rId3" Type="http://schemas.openxmlformats.org/officeDocument/2006/relationships/image" Target="../media/image43.png"/><Relationship Id="rId4" Type="http://schemas.openxmlformats.org/officeDocument/2006/relationships/customXml" Target="../ink/ink65.xml"/><Relationship Id="rId5" Type="http://schemas.openxmlformats.org/officeDocument/2006/relationships/image" Target="../media/image52.png"/><Relationship Id="rId6" Type="http://schemas.openxmlformats.org/officeDocument/2006/relationships/customXml" Target="../ink/ink66.xml"/><Relationship Id="rId7" Type="http://schemas.openxmlformats.org/officeDocument/2006/relationships/image" Target="../media/image62.png"/><Relationship Id="rId8" Type="http://schemas.openxmlformats.org/officeDocument/2006/relationships/customXml" Target="../ink/ink67.xml"/><Relationship Id="rId9" Type="http://schemas.openxmlformats.org/officeDocument/2006/relationships/image" Target="../media/image72.png"/><Relationship Id="rId30" Type="http://schemas.openxmlformats.org/officeDocument/2006/relationships/customXml" Target="../ink/ink78.xml"/><Relationship Id="rId31" Type="http://schemas.openxmlformats.org/officeDocument/2006/relationships/image" Target="../media/image55.png"/><Relationship Id="rId32" Type="http://schemas.openxmlformats.org/officeDocument/2006/relationships/customXml" Target="../ink/ink79.xml"/><Relationship Id="rId33" Type="http://schemas.openxmlformats.org/officeDocument/2006/relationships/image" Target="../media/image56.png"/><Relationship Id="rId34" Type="http://schemas.openxmlformats.org/officeDocument/2006/relationships/customXml" Target="../ink/ink80.xml"/><Relationship Id="rId35" Type="http://schemas.openxmlformats.org/officeDocument/2006/relationships/image" Target="../media/image57.png"/><Relationship Id="rId36" Type="http://schemas.openxmlformats.org/officeDocument/2006/relationships/customXml" Target="../ink/ink81.xml"/><Relationship Id="rId37" Type="http://schemas.openxmlformats.org/officeDocument/2006/relationships/image" Target="../media/image58.png"/><Relationship Id="rId38" Type="http://schemas.openxmlformats.org/officeDocument/2006/relationships/customXml" Target="../ink/ink82.xml"/><Relationship Id="rId39" Type="http://schemas.openxmlformats.org/officeDocument/2006/relationships/image" Target="../media/image59.png"/><Relationship Id="rId20" Type="http://schemas.openxmlformats.org/officeDocument/2006/relationships/customXml" Target="../ink/ink73.xml"/><Relationship Id="rId21" Type="http://schemas.openxmlformats.org/officeDocument/2006/relationships/image" Target="../media/image46.png"/><Relationship Id="rId22" Type="http://schemas.openxmlformats.org/officeDocument/2006/relationships/customXml" Target="../ink/ink74.xml"/><Relationship Id="rId23" Type="http://schemas.openxmlformats.org/officeDocument/2006/relationships/image" Target="../media/image47.png"/><Relationship Id="rId24" Type="http://schemas.openxmlformats.org/officeDocument/2006/relationships/customXml" Target="../ink/ink75.xml"/><Relationship Id="rId25" Type="http://schemas.openxmlformats.org/officeDocument/2006/relationships/image" Target="../media/image48.png"/><Relationship Id="rId26" Type="http://schemas.openxmlformats.org/officeDocument/2006/relationships/customXml" Target="../ink/ink76.xml"/><Relationship Id="rId27" Type="http://schemas.openxmlformats.org/officeDocument/2006/relationships/image" Target="../media/image49.png"/><Relationship Id="rId28" Type="http://schemas.openxmlformats.org/officeDocument/2006/relationships/customXml" Target="../ink/ink77.xml"/><Relationship Id="rId29" Type="http://schemas.openxmlformats.org/officeDocument/2006/relationships/image" Target="../media/image54.png"/><Relationship Id="rId10" Type="http://schemas.openxmlformats.org/officeDocument/2006/relationships/customXml" Target="../ink/ink68.xml"/><Relationship Id="rId11" Type="http://schemas.openxmlformats.org/officeDocument/2006/relationships/image" Target="../media/image82.png"/><Relationship Id="rId12" Type="http://schemas.openxmlformats.org/officeDocument/2006/relationships/customXml" Target="../ink/ink6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7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HW 4</a:t>
            </a:r>
            <a:endParaRPr lang="en-US" dirty="0"/>
          </a:p>
        </p:txBody>
      </p:sp>
      <p:sp>
        <p:nvSpPr>
          <p:cNvPr id="3" name="Subtitle 2"/>
          <p:cNvSpPr>
            <a:spLocks noGrp="1"/>
          </p:cNvSpPr>
          <p:nvPr>
            <p:ph type="subTitle" idx="1"/>
          </p:nvPr>
        </p:nvSpPr>
        <p:spPr/>
        <p:txBody>
          <a:bodyPr/>
          <a:lstStyle/>
          <a:p>
            <a:r>
              <a:rPr lang="en-US" dirty="0" smtClean="0"/>
              <a:t>Spring 2018</a:t>
            </a:r>
          </a:p>
          <a:p>
            <a:r>
              <a:rPr lang="en-US" dirty="0" smtClean="0"/>
              <a:t>Due Friday, April 13</a:t>
            </a:r>
            <a:endParaRPr lang="en-US" dirty="0"/>
          </a:p>
        </p:txBody>
      </p:sp>
    </p:spTree>
    <p:extLst>
      <p:ext uri="{BB962C8B-B14F-4D97-AF65-F5344CB8AC3E}">
        <p14:creationId xmlns:p14="http://schemas.microsoft.com/office/powerpoint/2010/main" val="1012869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7353"/>
          </a:xfrm>
        </p:spPr>
        <p:txBody>
          <a:bodyPr/>
          <a:lstStyle/>
          <a:p>
            <a:r>
              <a:rPr lang="en-US" dirty="0" smtClean="0"/>
              <a:t>HW 1 – Notch Delta</a:t>
            </a:r>
            <a:endParaRPr lang="en-US" dirty="0"/>
          </a:p>
        </p:txBody>
      </p:sp>
      <p:sp>
        <p:nvSpPr>
          <p:cNvPr id="3" name="Content Placeholder 2"/>
          <p:cNvSpPr>
            <a:spLocks noGrp="1"/>
          </p:cNvSpPr>
          <p:nvPr>
            <p:ph idx="1"/>
          </p:nvPr>
        </p:nvSpPr>
        <p:spPr>
          <a:xfrm>
            <a:off x="457200" y="1148316"/>
            <a:ext cx="8229600" cy="4977847"/>
          </a:xfrm>
        </p:spPr>
        <p:txBody>
          <a:bodyPr>
            <a:normAutofit/>
          </a:bodyPr>
          <a:lstStyle/>
          <a:p>
            <a:r>
              <a:rPr lang="en-US" sz="1400" dirty="0" smtClean="0"/>
              <a:t>Here we will look at a small extension of the Notch-Delta model described in the course notes. There, we considered a system containing two mutually interacting cells. Here we will extend that to a system of 3 cells. The setup is simple, but this will require numerical simulation. Consider the scenario where cells 1, 2, and 3 form a linear array with each cell communicating with its neighbor in the following way.</a:t>
            </a:r>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r>
              <a:rPr lang="en-US" sz="1400" dirty="0" smtClean="0"/>
              <a:t>This leads to a system of 3 ODE's describing the evolution of Notch in each cell.</a:t>
            </a:r>
          </a:p>
          <a:p>
            <a:r>
              <a:rPr lang="en-US" sz="1400" dirty="0" smtClean="0"/>
              <a:t>Beginning with a random initial condition where 0&lt;Ni&lt;1 for each cell, simulate this system until it reaches a steady state.</a:t>
            </a:r>
          </a:p>
          <a:p>
            <a:r>
              <a:rPr lang="en-US" sz="1400" dirty="0" smtClean="0"/>
              <a:t>On a single figure, plot the time evolution (time on the x-axis, Notch on the y axis) of Notch in all three cells. You should have 3 curves on the single figure. You can use any ODE simulator for this.</a:t>
            </a:r>
          </a:p>
          <a:p>
            <a:r>
              <a:rPr lang="en-US" sz="1400" dirty="0" smtClean="0"/>
              <a:t>What do you notice about the relationship between Notch in neighboring cells?</a:t>
            </a:r>
          </a:p>
          <a:p>
            <a:endParaRPr lang="en-US" sz="1400" dirty="0"/>
          </a:p>
          <a:p>
            <a:r>
              <a:rPr lang="en-US" sz="1400" dirty="0" smtClean="0"/>
              <a:t>Note that this is a warmup for the following problem. All students do this problem, only 8122 students are required to do the extension (3122 students are more than welcome do so if they like).</a:t>
            </a:r>
            <a:endParaRPr lang="en-US" sz="1400" dirty="0"/>
          </a:p>
        </p:txBody>
      </p:sp>
      <mc:AlternateContent xmlns:mc="http://schemas.openxmlformats.org/markup-compatibility/2006" xmlns:p14="http://schemas.microsoft.com/office/powerpoint/2010/main">
        <mc:Choice Requires="p14">
          <p:contentPart p14:bwMode="auto" r:id="rId2">
            <p14:nvContentPartPr>
              <p14:cNvPr id="83" name="Ink 82"/>
              <p14:cNvContentPartPr/>
              <p14:nvPr/>
            </p14:nvContentPartPr>
            <p14:xfrm>
              <a:off x="802124" y="2278401"/>
              <a:ext cx="3255643" cy="1109160"/>
            </p14:xfrm>
          </p:contentPart>
        </mc:Choice>
        <mc:Fallback xmlns="">
          <p:pic>
            <p:nvPicPr>
              <p:cNvPr id="83" name="Ink 82"/>
              <p:cNvPicPr/>
              <p:nvPr/>
            </p:nvPicPr>
            <p:blipFill>
              <a:blip r:embed="rId3"/>
              <a:stretch>
                <a:fillRect/>
              </a:stretch>
            </p:blipFill>
            <p:spPr>
              <a:xfrm>
                <a:off x="794204" y="2270481"/>
                <a:ext cx="3271484" cy="1125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2" name="Ink 101"/>
              <p14:cNvContentPartPr/>
              <p14:nvPr/>
            </p14:nvContentPartPr>
            <p14:xfrm>
              <a:off x="6317684" y="2330994"/>
              <a:ext cx="1470403" cy="790200"/>
            </p14:xfrm>
          </p:contentPart>
        </mc:Choice>
        <mc:Fallback xmlns="">
          <p:pic>
            <p:nvPicPr>
              <p:cNvPr id="102" name="Ink 101"/>
              <p:cNvPicPr/>
              <p:nvPr/>
            </p:nvPicPr>
            <p:blipFill>
              <a:blip r:embed="rId5"/>
              <a:stretch>
                <a:fillRect/>
              </a:stretch>
            </p:blipFill>
            <p:spPr>
              <a:xfrm>
                <a:off x="6309403" y="2322714"/>
                <a:ext cx="1486605" cy="806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0" name="Ink 109"/>
              <p14:cNvContentPartPr/>
              <p14:nvPr/>
            </p14:nvContentPartPr>
            <p14:xfrm>
              <a:off x="7136127" y="2401194"/>
              <a:ext cx="664560" cy="23760"/>
            </p14:xfrm>
          </p:contentPart>
        </mc:Choice>
        <mc:Fallback xmlns="">
          <p:pic>
            <p:nvPicPr>
              <p:cNvPr id="110" name="Ink 109"/>
              <p:cNvPicPr/>
              <p:nvPr/>
            </p:nvPicPr>
            <p:blipFill>
              <a:blip r:embed="rId7"/>
              <a:stretch>
                <a:fillRect/>
              </a:stretch>
            </p:blipFill>
            <p:spPr>
              <a:xfrm>
                <a:off x="7128207" y="2393274"/>
                <a:ext cx="6804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7" name="Ink 116"/>
              <p14:cNvContentPartPr/>
              <p14:nvPr/>
            </p14:nvContentPartPr>
            <p14:xfrm>
              <a:off x="7399287" y="2211114"/>
              <a:ext cx="290520" cy="182160"/>
            </p14:xfrm>
          </p:contentPart>
        </mc:Choice>
        <mc:Fallback xmlns="">
          <p:pic>
            <p:nvPicPr>
              <p:cNvPr id="117" name="Ink 116"/>
              <p:cNvPicPr/>
              <p:nvPr/>
            </p:nvPicPr>
            <p:blipFill>
              <a:blip r:embed="rId9"/>
              <a:stretch>
                <a:fillRect/>
              </a:stretch>
            </p:blipFill>
            <p:spPr>
              <a:xfrm>
                <a:off x="7391367" y="2203178"/>
                <a:ext cx="306360" cy="19803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4" name="Ink 123"/>
              <p14:cNvContentPartPr/>
              <p14:nvPr/>
            </p14:nvContentPartPr>
            <p14:xfrm>
              <a:off x="7133967" y="2897274"/>
              <a:ext cx="718200" cy="45000"/>
            </p14:xfrm>
          </p:contentPart>
        </mc:Choice>
        <mc:Fallback xmlns="">
          <p:pic>
            <p:nvPicPr>
              <p:cNvPr id="124" name="Ink 123"/>
              <p:cNvPicPr/>
              <p:nvPr/>
            </p:nvPicPr>
            <p:blipFill>
              <a:blip r:embed="rId11"/>
              <a:stretch>
                <a:fillRect/>
              </a:stretch>
            </p:blipFill>
            <p:spPr>
              <a:xfrm>
                <a:off x="7126047" y="2889354"/>
                <a:ext cx="7344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7" name="Ink 126"/>
              <p14:cNvContentPartPr/>
              <p14:nvPr/>
            </p14:nvContentPartPr>
            <p14:xfrm>
              <a:off x="7396767" y="3016794"/>
              <a:ext cx="11160" cy="98280"/>
            </p14:xfrm>
          </p:contentPart>
        </mc:Choice>
        <mc:Fallback xmlns="">
          <p:pic>
            <p:nvPicPr>
              <p:cNvPr id="127" name="Ink 126"/>
              <p:cNvPicPr/>
              <p:nvPr/>
            </p:nvPicPr>
            <p:blipFill>
              <a:blip r:embed="rId13"/>
              <a:stretch>
                <a:fillRect/>
              </a:stretch>
            </p:blipFill>
            <p:spPr>
              <a:xfrm>
                <a:off x="7388847" y="3008874"/>
                <a:ext cx="270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8" name="Ink 127"/>
              <p14:cNvContentPartPr/>
              <p14:nvPr/>
            </p14:nvContentPartPr>
            <p14:xfrm>
              <a:off x="5283404" y="2688834"/>
              <a:ext cx="519643" cy="159480"/>
            </p14:xfrm>
          </p:contentPart>
        </mc:Choice>
        <mc:Fallback xmlns="">
          <p:pic>
            <p:nvPicPr>
              <p:cNvPr id="128" name="Ink 127"/>
              <p:cNvPicPr/>
              <p:nvPr/>
            </p:nvPicPr>
            <p:blipFill>
              <a:blip r:embed="rId15"/>
              <a:stretch>
                <a:fillRect/>
              </a:stretch>
            </p:blipFill>
            <p:spPr>
              <a:xfrm>
                <a:off x="5275482" y="2680914"/>
                <a:ext cx="535848"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9" name="Ink 128"/>
              <p14:cNvContentPartPr/>
              <p14:nvPr/>
            </p14:nvContentPartPr>
            <p14:xfrm>
              <a:off x="2568284" y="2717994"/>
              <a:ext cx="2341963" cy="390600"/>
            </p14:xfrm>
          </p:contentPart>
        </mc:Choice>
        <mc:Fallback xmlns="">
          <p:pic>
            <p:nvPicPr>
              <p:cNvPr id="129" name="Ink 128"/>
              <p:cNvPicPr/>
              <p:nvPr/>
            </p:nvPicPr>
            <p:blipFill>
              <a:blip r:embed="rId17"/>
              <a:stretch>
                <a:fillRect/>
              </a:stretch>
            </p:blipFill>
            <p:spPr>
              <a:xfrm>
                <a:off x="2560363" y="2710074"/>
                <a:ext cx="2357804"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0" name="Ink 129"/>
              <p14:cNvContentPartPr/>
              <p14:nvPr/>
            </p14:nvContentPartPr>
            <p14:xfrm>
              <a:off x="7452207" y="3018954"/>
              <a:ext cx="92160" cy="91800"/>
            </p14:xfrm>
          </p:contentPart>
        </mc:Choice>
        <mc:Fallback xmlns="">
          <p:pic>
            <p:nvPicPr>
              <p:cNvPr id="130" name="Ink 129"/>
              <p:cNvPicPr/>
              <p:nvPr/>
            </p:nvPicPr>
            <p:blipFill>
              <a:blip r:embed="rId19"/>
              <a:stretch>
                <a:fillRect/>
              </a:stretch>
            </p:blipFill>
            <p:spPr>
              <a:xfrm>
                <a:off x="7444287" y="3010674"/>
                <a:ext cx="10836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1" name="Ink 130"/>
              <p14:cNvContentPartPr/>
              <p14:nvPr/>
            </p14:nvContentPartPr>
            <p14:xfrm>
              <a:off x="7562007" y="2963154"/>
              <a:ext cx="249480" cy="141120"/>
            </p14:xfrm>
          </p:contentPart>
        </mc:Choice>
        <mc:Fallback xmlns="">
          <p:pic>
            <p:nvPicPr>
              <p:cNvPr id="131" name="Ink 130"/>
              <p:cNvPicPr/>
              <p:nvPr/>
            </p:nvPicPr>
            <p:blipFill>
              <a:blip r:embed="rId21"/>
              <a:stretch>
                <a:fillRect/>
              </a:stretch>
            </p:blipFill>
            <p:spPr>
              <a:xfrm>
                <a:off x="7554087" y="2955234"/>
                <a:ext cx="265680" cy="156960"/>
              </a:xfrm>
              <a:prstGeom prst="rect">
                <a:avLst/>
              </a:prstGeom>
            </p:spPr>
          </p:pic>
        </mc:Fallback>
      </mc:AlternateContent>
    </p:spTree>
    <p:extLst>
      <p:ext uri="{BB962C8B-B14F-4D97-AF65-F5344CB8AC3E}">
        <p14:creationId xmlns:p14="http://schemas.microsoft.com/office/powerpoint/2010/main" val="41727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700" y="0"/>
            <a:ext cx="5299364" cy="6858000"/>
          </a:xfrm>
          <a:prstGeom prst="rect">
            <a:avLst/>
          </a:prstGeom>
        </p:spPr>
      </p:pic>
    </p:spTree>
    <p:extLst>
      <p:ext uri="{BB962C8B-B14F-4D97-AF65-F5344CB8AC3E}">
        <p14:creationId xmlns:p14="http://schemas.microsoft.com/office/powerpoint/2010/main" val="688800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0121"/>
            <a:ext cx="8229600" cy="896010"/>
          </a:xfrm>
        </p:spPr>
        <p:txBody>
          <a:bodyPr>
            <a:noAutofit/>
          </a:bodyPr>
          <a:lstStyle/>
          <a:p>
            <a:r>
              <a:rPr lang="en-US" sz="3200" dirty="0" smtClean="0"/>
              <a:t>HW 2 – Notch / Delta (2) </a:t>
            </a:r>
            <a:br>
              <a:rPr lang="en-US" sz="3200" dirty="0" smtClean="0"/>
            </a:br>
            <a:r>
              <a:rPr lang="en-US" sz="3200" dirty="0" smtClean="0"/>
              <a:t>8122 Students</a:t>
            </a:r>
            <a:endParaRPr lang="en-US" sz="3200" dirty="0"/>
          </a:p>
        </p:txBody>
      </p:sp>
      <p:sp>
        <p:nvSpPr>
          <p:cNvPr id="3" name="Content Placeholder 2"/>
          <p:cNvSpPr>
            <a:spLocks noGrp="1"/>
          </p:cNvSpPr>
          <p:nvPr>
            <p:ph idx="1"/>
          </p:nvPr>
        </p:nvSpPr>
        <p:spPr>
          <a:xfrm>
            <a:off x="457200" y="982921"/>
            <a:ext cx="8229600" cy="5760375"/>
          </a:xfrm>
        </p:spPr>
        <p:txBody>
          <a:bodyPr>
            <a:normAutofit/>
          </a:bodyPr>
          <a:lstStyle/>
          <a:p>
            <a:r>
              <a:rPr lang="en-US" sz="1400" dirty="0" smtClean="0"/>
              <a:t>Here we are going to perform a parameter space screen on the Notch Delta Model for a slightly more realistic geometry. Consider the following model of Notch Delta activity. Suppose we have a linear array of N=101 cells, each of which is connected to its left and right neighbors (note the end cells only have one neighbor). Each cell is governed by the canonical Notch – Delta model that we discussed in class, and which is in Ch. 20 of </a:t>
            </a:r>
            <a:r>
              <a:rPr lang="en-US" sz="1400" dirty="0" err="1" smtClean="0"/>
              <a:t>PBoC</a:t>
            </a:r>
            <a:r>
              <a:rPr lang="en-US" sz="1400" dirty="0" smtClean="0"/>
              <a:t>. For this simplified geometry, the model equations are.</a:t>
            </a:r>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r>
              <a:rPr lang="en-US" sz="1400" dirty="0" smtClean="0"/>
              <a:t>This encodes the neighbor interactions via Delta activity (though be sure to note that the equations will differ for I=1,N). Note that the resulting model is a system of N=101 differential equations. In this model, c1 and c2 denote the sensitivity of the activation and inhibition components of the Notch-Delta model respectively. For example, if c1 is large, it is hard to initiate the activation of Notch by Delta. We want to know how organization of the resulting system depends on these parameters.</a:t>
            </a:r>
          </a:p>
          <a:p>
            <a:r>
              <a:rPr lang="en-US" sz="1400" dirty="0" smtClean="0"/>
              <a:t>To get at this, we will perform a brute force 2-Dim parameter screen over c1 and c2. Lay out a parameter mesh consisting of 50 values each of c1 and c2 linearly spaced in the </a:t>
            </a:r>
            <a:r>
              <a:rPr lang="en-US" sz="1400" smtClean="0"/>
              <a:t>range </a:t>
            </a:r>
            <a:r>
              <a:rPr lang="en-US" sz="1400" smtClean="0"/>
              <a:t>0.01&lt;c&lt;10</a:t>
            </a:r>
            <a:r>
              <a:rPr lang="en-US" sz="1400" dirty="0" smtClean="0"/>
              <a:t>. So this parameter mesh contains 50</a:t>
            </a:r>
            <a:r>
              <a:rPr lang="en-US" sz="1400" baseline="30000" dirty="0" smtClean="0"/>
              <a:t>2</a:t>
            </a:r>
            <a:r>
              <a:rPr lang="en-US" sz="1400" dirty="0" smtClean="0"/>
              <a:t> total parameter sets. We are going to simulate this system for each of these sets.</a:t>
            </a:r>
          </a:p>
          <a:p>
            <a:r>
              <a:rPr lang="en-US" sz="1400" dirty="0" smtClean="0"/>
              <a:t>As discussed in class, the Notch – Delta System is good at ensuring neighbor cells have different Notch expression levels. But how does this depend on parameters? In order to quantify this, we need to come up with a way to determine if a particular parameter set gives rise to an alternating pattern.</a:t>
            </a:r>
          </a:p>
          <a:p>
            <a:r>
              <a:rPr lang="en-US" sz="1400" dirty="0" smtClean="0"/>
              <a:t>SEE NEXT PAGE</a:t>
            </a:r>
          </a:p>
          <a:p>
            <a:endParaRPr lang="en-US" sz="1400" dirty="0"/>
          </a:p>
        </p:txBody>
      </p:sp>
      <mc:AlternateContent xmlns:mc="http://schemas.openxmlformats.org/markup-compatibility/2006" xmlns:p14="http://schemas.microsoft.com/office/powerpoint/2010/main">
        <mc:Choice Requires="p14">
          <p:contentPart p14:bwMode="auto" r:id="rId2">
            <p14:nvContentPartPr>
              <p14:cNvPr id="47" name="Ink 46"/>
              <p14:cNvContentPartPr/>
              <p14:nvPr/>
            </p14:nvContentPartPr>
            <p14:xfrm>
              <a:off x="4800600" y="2125921"/>
              <a:ext cx="1266745" cy="258854"/>
            </p14:xfrm>
          </p:contentPart>
        </mc:Choice>
        <mc:Fallback xmlns="">
          <p:pic>
            <p:nvPicPr>
              <p:cNvPr id="47" name="Ink 46"/>
              <p:cNvPicPr/>
              <p:nvPr/>
            </p:nvPicPr>
            <p:blipFill>
              <a:blip r:embed="rId3"/>
              <a:stretch>
                <a:fillRect/>
              </a:stretch>
            </p:blipFill>
            <p:spPr>
              <a:xfrm>
                <a:off x="4790167" y="2115120"/>
                <a:ext cx="1287971" cy="280095"/>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5" name="Ink 74"/>
              <p14:cNvContentPartPr/>
              <p14:nvPr/>
            </p14:nvContentPartPr>
            <p14:xfrm>
              <a:off x="4704745" y="2365681"/>
              <a:ext cx="1596600" cy="75960"/>
            </p14:xfrm>
          </p:contentPart>
        </mc:Choice>
        <mc:Fallback xmlns="">
          <p:pic>
            <p:nvPicPr>
              <p:cNvPr id="75" name="Ink 74"/>
              <p:cNvPicPr/>
              <p:nvPr/>
            </p:nvPicPr>
            <p:blipFill>
              <a:blip r:embed="rId5"/>
              <a:stretch>
                <a:fillRect/>
              </a:stretch>
            </p:blipFill>
            <p:spPr>
              <a:xfrm>
                <a:off x="4693945" y="2354881"/>
                <a:ext cx="161820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1" name="Ink 80"/>
              <p14:cNvContentPartPr/>
              <p14:nvPr/>
            </p14:nvContentPartPr>
            <p14:xfrm>
              <a:off x="457200" y="2349332"/>
              <a:ext cx="591025" cy="558149"/>
            </p14:xfrm>
          </p:contentPart>
        </mc:Choice>
        <mc:Fallback xmlns="">
          <p:pic>
            <p:nvPicPr>
              <p:cNvPr id="81" name="Ink 80"/>
              <p:cNvPicPr/>
              <p:nvPr/>
            </p:nvPicPr>
            <p:blipFill>
              <a:blip r:embed="rId7"/>
              <a:stretch>
                <a:fillRect/>
              </a:stretch>
            </p:blipFill>
            <p:spPr>
              <a:xfrm>
                <a:off x="446402" y="2338529"/>
                <a:ext cx="612622" cy="57975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2" name="Ink 111"/>
              <p14:cNvContentPartPr/>
              <p14:nvPr/>
            </p14:nvContentPartPr>
            <p14:xfrm>
              <a:off x="1063800" y="2356172"/>
              <a:ext cx="136705" cy="185189"/>
            </p14:xfrm>
          </p:contentPart>
        </mc:Choice>
        <mc:Fallback xmlns="">
          <p:pic>
            <p:nvPicPr>
              <p:cNvPr id="112" name="Ink 111"/>
              <p:cNvPicPr/>
              <p:nvPr/>
            </p:nvPicPr>
            <p:blipFill>
              <a:blip r:embed="rId9"/>
              <a:stretch>
                <a:fillRect/>
              </a:stretch>
            </p:blipFill>
            <p:spPr>
              <a:xfrm>
                <a:off x="1053007" y="2345363"/>
                <a:ext cx="157930" cy="20680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3" name="Ink 112"/>
              <p14:cNvContentPartPr/>
              <p14:nvPr/>
            </p14:nvContentPartPr>
            <p14:xfrm>
              <a:off x="1211760" y="2369132"/>
              <a:ext cx="132025" cy="177269"/>
            </p14:xfrm>
          </p:contentPart>
        </mc:Choice>
        <mc:Fallback xmlns="">
          <p:pic>
            <p:nvPicPr>
              <p:cNvPr id="113" name="Ink 112"/>
              <p:cNvPicPr/>
              <p:nvPr/>
            </p:nvPicPr>
            <p:blipFill>
              <a:blip r:embed="rId11"/>
              <a:stretch>
                <a:fillRect/>
              </a:stretch>
            </p:blipFill>
            <p:spPr>
              <a:xfrm>
                <a:off x="1200968" y="2358683"/>
                <a:ext cx="153609" cy="198887"/>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4" name="Ink 113"/>
              <p14:cNvContentPartPr/>
              <p14:nvPr/>
            </p14:nvContentPartPr>
            <p14:xfrm>
              <a:off x="1332360" y="2259332"/>
              <a:ext cx="587785" cy="274829"/>
            </p14:xfrm>
          </p:contentPart>
        </mc:Choice>
        <mc:Fallback xmlns="">
          <p:pic>
            <p:nvPicPr>
              <p:cNvPr id="114" name="Ink 113"/>
              <p:cNvPicPr/>
              <p:nvPr/>
            </p:nvPicPr>
            <p:blipFill>
              <a:blip r:embed="rId13"/>
              <a:stretch>
                <a:fillRect/>
              </a:stretch>
            </p:blipFill>
            <p:spPr>
              <a:xfrm>
                <a:off x="1321922" y="2248526"/>
                <a:ext cx="609022" cy="296081"/>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5" name="Ink 114"/>
              <p14:cNvContentPartPr/>
              <p14:nvPr/>
            </p14:nvContentPartPr>
            <p14:xfrm>
              <a:off x="1435320" y="2501612"/>
              <a:ext cx="494545" cy="401549"/>
            </p14:xfrm>
          </p:contentPart>
        </mc:Choice>
        <mc:Fallback xmlns="">
          <p:pic>
            <p:nvPicPr>
              <p:cNvPr id="115" name="Ink 114"/>
              <p:cNvPicPr/>
              <p:nvPr/>
            </p:nvPicPr>
            <p:blipFill>
              <a:blip r:embed="rId15"/>
              <a:stretch>
                <a:fillRect/>
              </a:stretch>
            </p:blipFill>
            <p:spPr>
              <a:xfrm>
                <a:off x="1424882" y="2490808"/>
                <a:ext cx="516141" cy="423157"/>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6" name="Ink 115"/>
              <p14:cNvContentPartPr/>
              <p14:nvPr/>
            </p14:nvContentPartPr>
            <p14:xfrm>
              <a:off x="1502280" y="2382812"/>
              <a:ext cx="134545" cy="154949"/>
            </p14:xfrm>
          </p:contentPart>
        </mc:Choice>
        <mc:Fallback xmlns="">
          <p:pic>
            <p:nvPicPr>
              <p:cNvPr id="116" name="Ink 115"/>
              <p:cNvPicPr/>
              <p:nvPr/>
            </p:nvPicPr>
            <p:blipFill>
              <a:blip r:embed="rId17"/>
              <a:stretch>
                <a:fillRect/>
              </a:stretch>
            </p:blipFill>
            <p:spPr>
              <a:xfrm>
                <a:off x="1491488" y="2372002"/>
                <a:ext cx="156130" cy="176209"/>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7" name="Ink 116"/>
              <p14:cNvContentPartPr/>
              <p14:nvPr/>
            </p14:nvContentPartPr>
            <p14:xfrm>
              <a:off x="1629720" y="2373812"/>
              <a:ext cx="159025" cy="195629"/>
            </p14:xfrm>
          </p:contentPart>
        </mc:Choice>
        <mc:Fallback xmlns="">
          <p:pic>
            <p:nvPicPr>
              <p:cNvPr id="117" name="Ink 116"/>
              <p:cNvPicPr/>
              <p:nvPr/>
            </p:nvPicPr>
            <p:blipFill>
              <a:blip r:embed="rId19"/>
              <a:stretch>
                <a:fillRect/>
              </a:stretch>
            </p:blipFill>
            <p:spPr>
              <a:xfrm>
                <a:off x="1619286" y="2363004"/>
                <a:ext cx="180612" cy="216885"/>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8" name="Ink 117"/>
              <p14:cNvContentPartPr/>
              <p14:nvPr/>
            </p14:nvContentPartPr>
            <p14:xfrm>
              <a:off x="1788840" y="2362652"/>
              <a:ext cx="138865" cy="168269"/>
            </p14:xfrm>
          </p:contentPart>
        </mc:Choice>
        <mc:Fallback xmlns="">
          <p:pic>
            <p:nvPicPr>
              <p:cNvPr id="118" name="Ink 117"/>
              <p:cNvPicPr/>
              <p:nvPr/>
            </p:nvPicPr>
            <p:blipFill>
              <a:blip r:embed="rId21"/>
              <a:stretch>
                <a:fillRect/>
              </a:stretch>
            </p:blipFill>
            <p:spPr>
              <a:xfrm>
                <a:off x="1778047" y="2351842"/>
                <a:ext cx="160450" cy="189888"/>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9" name="Ink 118"/>
              <p14:cNvContentPartPr/>
              <p14:nvPr/>
            </p14:nvContentPartPr>
            <p14:xfrm>
              <a:off x="1943280" y="2351132"/>
              <a:ext cx="136705" cy="157109"/>
            </p14:xfrm>
          </p:contentPart>
        </mc:Choice>
        <mc:Fallback xmlns="">
          <p:pic>
            <p:nvPicPr>
              <p:cNvPr id="119" name="Ink 118"/>
              <p:cNvPicPr/>
              <p:nvPr/>
            </p:nvPicPr>
            <p:blipFill>
              <a:blip r:embed="rId21"/>
              <a:stretch>
                <a:fillRect/>
              </a:stretch>
            </p:blipFill>
            <p:spPr>
              <a:xfrm>
                <a:off x="1932487" y="2340682"/>
                <a:ext cx="158290" cy="17873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0" name="Ink 119"/>
              <p14:cNvContentPartPr/>
              <p14:nvPr/>
            </p14:nvContentPartPr>
            <p14:xfrm>
              <a:off x="2077920" y="2353652"/>
              <a:ext cx="138865" cy="167549"/>
            </p14:xfrm>
          </p:contentPart>
        </mc:Choice>
        <mc:Fallback xmlns="">
          <p:pic>
            <p:nvPicPr>
              <p:cNvPr id="120" name="Ink 119"/>
              <p:cNvPicPr/>
              <p:nvPr/>
            </p:nvPicPr>
            <p:blipFill>
              <a:blip r:embed="rId21"/>
              <a:stretch>
                <a:fillRect/>
              </a:stretch>
            </p:blipFill>
            <p:spPr>
              <a:xfrm>
                <a:off x="2067127" y="2343203"/>
                <a:ext cx="160090" cy="189168"/>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1" name="Ink 120"/>
              <p14:cNvContentPartPr/>
              <p14:nvPr/>
            </p14:nvContentPartPr>
            <p14:xfrm>
              <a:off x="2220840" y="2347172"/>
              <a:ext cx="150385" cy="170069"/>
            </p14:xfrm>
          </p:contentPart>
        </mc:Choice>
        <mc:Fallback xmlns="">
          <p:pic>
            <p:nvPicPr>
              <p:cNvPr id="121" name="Ink 120"/>
              <p:cNvPicPr/>
              <p:nvPr/>
            </p:nvPicPr>
            <p:blipFill>
              <a:blip r:embed="rId25"/>
              <a:stretch>
                <a:fillRect/>
              </a:stretch>
            </p:blipFill>
            <p:spPr>
              <a:xfrm>
                <a:off x="2210047" y="2336363"/>
                <a:ext cx="171612" cy="191688"/>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2" name="Ink 121"/>
              <p14:cNvContentPartPr/>
              <p14:nvPr/>
            </p14:nvContentPartPr>
            <p14:xfrm>
              <a:off x="2359440" y="2335652"/>
              <a:ext cx="600025" cy="201029"/>
            </p14:xfrm>
          </p:contentPart>
        </mc:Choice>
        <mc:Fallback xmlns="">
          <p:pic>
            <p:nvPicPr>
              <p:cNvPr id="122" name="Ink 121"/>
              <p:cNvPicPr/>
              <p:nvPr/>
            </p:nvPicPr>
            <p:blipFill>
              <a:blip r:embed="rId27"/>
              <a:stretch>
                <a:fillRect/>
              </a:stretch>
            </p:blipFill>
            <p:spPr>
              <a:xfrm>
                <a:off x="2349002" y="2324844"/>
                <a:ext cx="621622" cy="222285"/>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3" name="Ink 122"/>
              <p14:cNvContentPartPr/>
              <p14:nvPr/>
            </p14:nvContentPartPr>
            <p14:xfrm>
              <a:off x="2971080" y="2340692"/>
              <a:ext cx="140665" cy="167909"/>
            </p14:xfrm>
          </p:contentPart>
        </mc:Choice>
        <mc:Fallback xmlns="">
          <p:pic>
            <p:nvPicPr>
              <p:cNvPr id="123" name="Ink 122"/>
              <p:cNvPicPr/>
              <p:nvPr/>
            </p:nvPicPr>
            <p:blipFill>
              <a:blip r:embed="rId21"/>
              <a:stretch>
                <a:fillRect/>
              </a:stretch>
            </p:blipFill>
            <p:spPr>
              <a:xfrm>
                <a:off x="2960287" y="2329882"/>
                <a:ext cx="162250" cy="189168"/>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24" name="Ink 123"/>
              <p14:cNvContentPartPr/>
              <p14:nvPr/>
            </p14:nvContentPartPr>
            <p14:xfrm>
              <a:off x="3114360" y="2353652"/>
              <a:ext cx="140665" cy="152789"/>
            </p14:xfrm>
          </p:contentPart>
        </mc:Choice>
        <mc:Fallback xmlns="">
          <p:pic>
            <p:nvPicPr>
              <p:cNvPr id="124" name="Ink 123"/>
              <p:cNvPicPr/>
              <p:nvPr/>
            </p:nvPicPr>
            <p:blipFill>
              <a:blip r:embed="rId17"/>
              <a:stretch>
                <a:fillRect/>
              </a:stretch>
            </p:blipFill>
            <p:spPr>
              <a:xfrm>
                <a:off x="3103567" y="2343202"/>
                <a:ext cx="162250" cy="17405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5" name="Ink 124"/>
              <p14:cNvContentPartPr/>
              <p14:nvPr/>
            </p14:nvContentPartPr>
            <p14:xfrm>
              <a:off x="3167640" y="2360852"/>
              <a:ext cx="772465" cy="495149"/>
            </p14:xfrm>
          </p:contentPart>
        </mc:Choice>
        <mc:Fallback xmlns="">
          <p:pic>
            <p:nvPicPr>
              <p:cNvPr id="125" name="Ink 124"/>
              <p:cNvPicPr/>
              <p:nvPr/>
            </p:nvPicPr>
            <p:blipFill>
              <a:blip r:embed="rId31"/>
              <a:stretch>
                <a:fillRect/>
              </a:stretch>
            </p:blipFill>
            <p:spPr>
              <a:xfrm>
                <a:off x="3156841" y="2350049"/>
                <a:ext cx="794062" cy="516756"/>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35" name="Ink 134"/>
              <p14:cNvContentPartPr/>
              <p14:nvPr/>
            </p14:nvContentPartPr>
            <p14:xfrm>
              <a:off x="4668480" y="2545172"/>
              <a:ext cx="3616805" cy="953369"/>
            </p14:xfrm>
          </p:contentPart>
        </mc:Choice>
        <mc:Fallback xmlns="">
          <p:pic>
            <p:nvPicPr>
              <p:cNvPr id="135" name="Ink 134"/>
              <p:cNvPicPr/>
              <p:nvPr/>
            </p:nvPicPr>
            <p:blipFill>
              <a:blip r:embed="rId33"/>
              <a:stretch>
                <a:fillRect/>
              </a:stretch>
            </p:blipFill>
            <p:spPr>
              <a:xfrm>
                <a:off x="4658038" y="2534367"/>
                <a:ext cx="3638409" cy="974979"/>
              </a:xfrm>
              <a:prstGeom prst="rect">
                <a:avLst/>
              </a:prstGeom>
            </p:spPr>
          </p:pic>
        </mc:Fallback>
      </mc:AlternateContent>
    </p:spTree>
    <p:extLst>
      <p:ext uri="{BB962C8B-B14F-4D97-AF65-F5344CB8AC3E}">
        <p14:creationId xmlns:p14="http://schemas.microsoft.com/office/powerpoint/2010/main" val="547423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71647"/>
            <a:ext cx="8229600" cy="5437913"/>
          </a:xfrm>
        </p:spPr>
        <p:txBody>
          <a:bodyPr>
            <a:normAutofit/>
          </a:bodyPr>
          <a:lstStyle/>
          <a:p>
            <a:r>
              <a:rPr lang="en-US" sz="1400" dirty="0" smtClean="0"/>
              <a:t>To quantify the type of organization, we will use an order parameter that measures how "alternating" the pattern of Notch expression is.</a:t>
            </a:r>
          </a:p>
          <a:p>
            <a:endParaRPr lang="en-US" sz="1400" dirty="0"/>
          </a:p>
          <a:p>
            <a:endParaRPr lang="en-US" sz="1400" dirty="0" smtClean="0"/>
          </a:p>
          <a:p>
            <a:endParaRPr lang="en-US" sz="1400" dirty="0"/>
          </a:p>
          <a:p>
            <a:endParaRPr lang="en-US" sz="1400" dirty="0" smtClean="0"/>
          </a:p>
          <a:p>
            <a:endParaRPr lang="en-US" sz="1400" dirty="0"/>
          </a:p>
          <a:p>
            <a:r>
              <a:rPr lang="en-US" sz="1400" dirty="0" smtClean="0"/>
              <a:t>This “order parameter” (K) quantifies the average, normalized strength of the oscillation between Notch activities in adjacent cells.</a:t>
            </a:r>
          </a:p>
          <a:p>
            <a:r>
              <a:rPr lang="en-US" sz="1400" dirty="0" smtClean="0"/>
              <a:t>Before continuing, lets take a look at a single parameter set. For the values c1=0.1, c2=10, simulate the system of N=101 ODE's, starting with an initial randomized initial condition with Ni between 0 and 1, until a steady state is reached. Plot that final state. Is it homogeneous or alternating? Calculate the order parameter for this state.</a:t>
            </a:r>
          </a:p>
          <a:p>
            <a:r>
              <a:rPr lang="en-US" sz="1400" dirty="0" smtClean="0"/>
              <a:t>For each of the ~2500 parameter sets, simulate the system of N=101 ODE's until a steady state is achieved. Calculate this order parameter for the steady state at each parameter set in the screen. We now want to visualize this data set. One way to do so is to plot a "</a:t>
            </a:r>
            <a:r>
              <a:rPr lang="en-US" sz="1400" dirty="0" err="1" smtClean="0"/>
              <a:t>heatmap</a:t>
            </a:r>
            <a:r>
              <a:rPr lang="en-US" sz="1400" dirty="0" smtClean="0"/>
              <a:t>". Do this. Does the order parameter depend continuously on c1 and c2 or sharply? What can you say about how the function of this system depends on those parameters.</a:t>
            </a:r>
          </a:p>
          <a:p>
            <a:r>
              <a:rPr lang="en-US" sz="1400" dirty="0"/>
              <a:t>Simulating this system of 101 ODE's for 2500 different parameter sets</a:t>
            </a:r>
            <a:r>
              <a:rPr lang="en-US" sz="1400" dirty="0" smtClean="0"/>
              <a:t> may seem daunting.  With a plan and some ingenuity, it can be made relatively simple though. You will have to use a loop to generate the system of ODE's in whatever language you are using. DO NOT write 101 ODE's by hand. In total, this took ~60 lines of </a:t>
            </a:r>
            <a:r>
              <a:rPr lang="en-US" sz="1400" dirty="0" err="1" smtClean="0"/>
              <a:t>matlab</a:t>
            </a:r>
            <a:r>
              <a:rPr lang="en-US" sz="1400" dirty="0" smtClean="0"/>
              <a:t> code and 30 seconds of desktop simulation time. If you need some advice, let me know. </a:t>
            </a:r>
          </a:p>
        </p:txBody>
      </p:sp>
      <mc:AlternateContent xmlns:mc="http://schemas.openxmlformats.org/markup-compatibility/2006" xmlns:p14="http://schemas.microsoft.com/office/powerpoint/2010/main">
        <mc:Choice Requires="p14">
          <p:contentPart p14:bwMode="auto" r:id="rId2">
            <p14:nvContentPartPr>
              <p14:cNvPr id="19" name="Ink 18"/>
              <p14:cNvContentPartPr/>
              <p14:nvPr/>
            </p14:nvContentPartPr>
            <p14:xfrm>
              <a:off x="457200" y="1689182"/>
              <a:ext cx="4849885" cy="468390"/>
            </p14:xfrm>
          </p:contentPart>
        </mc:Choice>
        <mc:Fallback xmlns="">
          <p:pic>
            <p:nvPicPr>
              <p:cNvPr id="19" name="Ink 18"/>
              <p:cNvPicPr/>
              <p:nvPr/>
            </p:nvPicPr>
            <p:blipFill>
              <a:blip r:embed="rId3"/>
              <a:stretch>
                <a:fillRect/>
              </a:stretch>
            </p:blipFill>
            <p:spPr>
              <a:xfrm>
                <a:off x="449280" y="1681261"/>
                <a:ext cx="4865725" cy="484591"/>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1" name="Ink 50"/>
              <p14:cNvContentPartPr/>
              <p14:nvPr/>
            </p14:nvContentPartPr>
            <p14:xfrm>
              <a:off x="3351205" y="1940492"/>
              <a:ext cx="913680" cy="34920"/>
            </p14:xfrm>
          </p:contentPart>
        </mc:Choice>
        <mc:Fallback xmlns="">
          <p:pic>
            <p:nvPicPr>
              <p:cNvPr id="51" name="Ink 50"/>
              <p:cNvPicPr/>
              <p:nvPr/>
            </p:nvPicPr>
            <p:blipFill>
              <a:blip r:embed="rId5"/>
              <a:stretch>
                <a:fillRect/>
              </a:stretch>
            </p:blipFill>
            <p:spPr>
              <a:xfrm>
                <a:off x="3343285" y="1932572"/>
                <a:ext cx="9295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1" name="Ink 60"/>
              <p14:cNvContentPartPr/>
              <p14:nvPr/>
            </p14:nvContentPartPr>
            <p14:xfrm>
              <a:off x="3759480" y="2228102"/>
              <a:ext cx="138565" cy="79230"/>
            </p14:xfrm>
          </p:contentPart>
        </mc:Choice>
        <mc:Fallback xmlns="">
          <p:pic>
            <p:nvPicPr>
              <p:cNvPr id="61" name="Ink 60"/>
              <p:cNvPicPr/>
              <p:nvPr/>
            </p:nvPicPr>
            <p:blipFill>
              <a:blip r:embed="rId7"/>
              <a:stretch>
                <a:fillRect/>
              </a:stretch>
            </p:blipFill>
            <p:spPr>
              <a:xfrm>
                <a:off x="3751562" y="2220179"/>
                <a:ext cx="154761" cy="9543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4" name="Ink 63"/>
              <p14:cNvContentPartPr/>
              <p14:nvPr/>
            </p14:nvContentPartPr>
            <p14:xfrm>
              <a:off x="3494845" y="2177372"/>
              <a:ext cx="524880" cy="30600"/>
            </p14:xfrm>
          </p:contentPart>
        </mc:Choice>
        <mc:Fallback xmlns="">
          <p:pic>
            <p:nvPicPr>
              <p:cNvPr id="64" name="Ink 63"/>
              <p:cNvPicPr/>
              <p:nvPr/>
            </p:nvPicPr>
            <p:blipFill>
              <a:blip r:embed="rId9"/>
              <a:stretch>
                <a:fillRect/>
              </a:stretch>
            </p:blipFill>
            <p:spPr>
              <a:xfrm>
                <a:off x="3486925" y="2169452"/>
                <a:ext cx="5407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5" name="Ink 74"/>
              <p14:cNvContentPartPr/>
              <p14:nvPr/>
            </p14:nvContentPartPr>
            <p14:xfrm>
              <a:off x="4551805" y="1928612"/>
              <a:ext cx="676800" cy="12600"/>
            </p14:xfrm>
          </p:contentPart>
        </mc:Choice>
        <mc:Fallback xmlns="">
          <p:pic>
            <p:nvPicPr>
              <p:cNvPr id="75" name="Ink 74"/>
              <p:cNvPicPr/>
              <p:nvPr/>
            </p:nvPicPr>
            <p:blipFill>
              <a:blip r:embed="rId11"/>
              <a:stretch>
                <a:fillRect/>
              </a:stretch>
            </p:blipFill>
            <p:spPr>
              <a:xfrm>
                <a:off x="4543885" y="1920332"/>
                <a:ext cx="6926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1" name="Ink 90"/>
              <p14:cNvContentPartPr/>
              <p14:nvPr/>
            </p14:nvContentPartPr>
            <p14:xfrm>
              <a:off x="6644628" y="1939968"/>
              <a:ext cx="216360" cy="161280"/>
            </p14:xfrm>
          </p:contentPart>
        </mc:Choice>
        <mc:Fallback xmlns="">
          <p:pic>
            <p:nvPicPr>
              <p:cNvPr id="91" name="Ink 90"/>
              <p:cNvPicPr/>
              <p:nvPr/>
            </p:nvPicPr>
            <p:blipFill>
              <a:blip r:embed="rId13"/>
              <a:stretch>
                <a:fillRect/>
              </a:stretch>
            </p:blipFill>
            <p:spPr>
              <a:xfrm>
                <a:off x="6636708" y="1932048"/>
                <a:ext cx="2325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0" name="Ink 99"/>
              <p14:cNvContentPartPr/>
              <p14:nvPr/>
            </p14:nvContentPartPr>
            <p14:xfrm>
              <a:off x="6486228" y="1789848"/>
              <a:ext cx="473040" cy="424800"/>
            </p14:xfrm>
          </p:contentPart>
        </mc:Choice>
        <mc:Fallback xmlns="">
          <p:pic>
            <p:nvPicPr>
              <p:cNvPr id="100" name="Ink 99"/>
              <p:cNvPicPr/>
              <p:nvPr/>
            </p:nvPicPr>
            <p:blipFill>
              <a:blip r:embed="rId15"/>
              <a:stretch>
                <a:fillRect/>
              </a:stretch>
            </p:blipFill>
            <p:spPr>
              <a:xfrm>
                <a:off x="6478308" y="1781928"/>
                <a:ext cx="48888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1" name="Ink 100"/>
              <p14:cNvContentPartPr/>
              <p14:nvPr/>
            </p14:nvContentPartPr>
            <p14:xfrm>
              <a:off x="7244028" y="1796328"/>
              <a:ext cx="486000" cy="439920"/>
            </p14:xfrm>
          </p:contentPart>
        </mc:Choice>
        <mc:Fallback xmlns="">
          <p:pic>
            <p:nvPicPr>
              <p:cNvPr id="101" name="Ink 100"/>
              <p:cNvPicPr/>
              <p:nvPr/>
            </p:nvPicPr>
            <p:blipFill>
              <a:blip r:embed="rId17"/>
              <a:stretch>
                <a:fillRect/>
              </a:stretch>
            </p:blipFill>
            <p:spPr>
              <a:xfrm>
                <a:off x="7236108" y="1788408"/>
                <a:ext cx="50220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2" name="Ink 101"/>
              <p14:cNvContentPartPr/>
              <p14:nvPr/>
            </p14:nvContentPartPr>
            <p14:xfrm>
              <a:off x="7400268" y="1958328"/>
              <a:ext cx="139320" cy="140760"/>
            </p14:xfrm>
          </p:contentPart>
        </mc:Choice>
        <mc:Fallback xmlns="">
          <p:pic>
            <p:nvPicPr>
              <p:cNvPr id="102" name="Ink 101"/>
              <p:cNvPicPr/>
              <p:nvPr/>
            </p:nvPicPr>
            <p:blipFill>
              <a:blip r:embed="rId19"/>
              <a:stretch>
                <a:fillRect/>
              </a:stretch>
            </p:blipFill>
            <p:spPr>
              <a:xfrm>
                <a:off x="7391988" y="1950408"/>
                <a:ext cx="1555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8" name="Ink 107"/>
              <p14:cNvContentPartPr/>
              <p14:nvPr/>
            </p14:nvContentPartPr>
            <p14:xfrm>
              <a:off x="6882228" y="1599408"/>
              <a:ext cx="2063520" cy="223200"/>
            </p14:xfrm>
          </p:contentPart>
        </mc:Choice>
        <mc:Fallback xmlns="">
          <p:pic>
            <p:nvPicPr>
              <p:cNvPr id="108" name="Ink 107"/>
              <p:cNvPicPr/>
              <p:nvPr/>
            </p:nvPicPr>
            <p:blipFill>
              <a:blip r:embed="rId21"/>
              <a:stretch>
                <a:fillRect/>
              </a:stretch>
            </p:blipFill>
            <p:spPr>
              <a:xfrm>
                <a:off x="6874308" y="1591475"/>
                <a:ext cx="2079360" cy="239426"/>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1" name="Ink 120"/>
              <p14:cNvContentPartPr/>
              <p14:nvPr/>
            </p14:nvContentPartPr>
            <p14:xfrm>
              <a:off x="6747588" y="2256408"/>
              <a:ext cx="663840" cy="147960"/>
            </p14:xfrm>
          </p:contentPart>
        </mc:Choice>
        <mc:Fallback xmlns="">
          <p:pic>
            <p:nvPicPr>
              <p:cNvPr id="121" name="Ink 120"/>
              <p:cNvPicPr/>
              <p:nvPr/>
            </p:nvPicPr>
            <p:blipFill>
              <a:blip r:embed="rId23"/>
              <a:stretch>
                <a:fillRect/>
              </a:stretch>
            </p:blipFill>
            <p:spPr>
              <a:xfrm>
                <a:off x="6739308" y="2248488"/>
                <a:ext cx="6796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4" name="Ink 123"/>
              <p14:cNvContentPartPr/>
              <p14:nvPr/>
            </p14:nvContentPartPr>
            <p14:xfrm>
              <a:off x="7845588" y="2344608"/>
              <a:ext cx="573480" cy="159120"/>
            </p14:xfrm>
          </p:contentPart>
        </mc:Choice>
        <mc:Fallback xmlns="">
          <p:pic>
            <p:nvPicPr>
              <p:cNvPr id="124" name="Ink 123"/>
              <p:cNvPicPr/>
              <p:nvPr/>
            </p:nvPicPr>
            <p:blipFill>
              <a:blip r:embed="rId25"/>
              <a:stretch>
                <a:fillRect/>
              </a:stretch>
            </p:blipFill>
            <p:spPr>
              <a:xfrm>
                <a:off x="7837668" y="2336688"/>
                <a:ext cx="5896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7" name="Ink 136"/>
              <p14:cNvContentPartPr/>
              <p14:nvPr/>
            </p14:nvContentPartPr>
            <p14:xfrm>
              <a:off x="6910308" y="2461968"/>
              <a:ext cx="1369800" cy="165240"/>
            </p14:xfrm>
          </p:contentPart>
        </mc:Choice>
        <mc:Fallback xmlns="">
          <p:pic>
            <p:nvPicPr>
              <p:cNvPr id="137" name="Ink 136"/>
              <p:cNvPicPr/>
              <p:nvPr/>
            </p:nvPicPr>
            <p:blipFill>
              <a:blip r:embed="rId27"/>
              <a:stretch>
                <a:fillRect/>
              </a:stretch>
            </p:blipFill>
            <p:spPr>
              <a:xfrm>
                <a:off x="6902388" y="2454048"/>
                <a:ext cx="13856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8" name="Ink 137"/>
              <p14:cNvContentPartPr/>
              <p14:nvPr/>
            </p14:nvContentPartPr>
            <p14:xfrm>
              <a:off x="7827228" y="2491848"/>
              <a:ext cx="579240" cy="34560"/>
            </p14:xfrm>
          </p:contentPart>
        </mc:Choice>
        <mc:Fallback xmlns="">
          <p:pic>
            <p:nvPicPr>
              <p:cNvPr id="138" name="Ink 137"/>
              <p:cNvPicPr/>
              <p:nvPr/>
            </p:nvPicPr>
            <p:blipFill>
              <a:blip r:embed="rId29"/>
              <a:stretch>
                <a:fillRect/>
              </a:stretch>
            </p:blipFill>
            <p:spPr>
              <a:xfrm>
                <a:off x="7819308" y="2483928"/>
                <a:ext cx="5950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7" name="Ink 146"/>
              <p14:cNvContentPartPr/>
              <p14:nvPr/>
            </p14:nvContentPartPr>
            <p14:xfrm>
              <a:off x="886258" y="2020057"/>
              <a:ext cx="716760" cy="585000"/>
            </p14:xfrm>
          </p:contentPart>
        </mc:Choice>
        <mc:Fallback xmlns="">
          <p:pic>
            <p:nvPicPr>
              <p:cNvPr id="147" name="Ink 146"/>
              <p:cNvPicPr/>
              <p:nvPr/>
            </p:nvPicPr>
            <p:blipFill>
              <a:blip r:embed="rId31"/>
              <a:stretch>
                <a:fillRect/>
              </a:stretch>
            </p:blipFill>
            <p:spPr>
              <a:xfrm>
                <a:off x="878338" y="2012137"/>
                <a:ext cx="732600" cy="601200"/>
              </a:xfrm>
              <a:prstGeom prst="rect">
                <a:avLst/>
              </a:prstGeom>
            </p:spPr>
          </p:pic>
        </mc:Fallback>
      </mc:AlternateContent>
      <p:sp>
        <p:nvSpPr>
          <p:cNvPr id="20" name="Title 1"/>
          <p:cNvSpPr txBox="1">
            <a:spLocks/>
          </p:cNvSpPr>
          <p:nvPr/>
        </p:nvSpPr>
        <p:spPr>
          <a:xfrm>
            <a:off x="457200" y="170121"/>
            <a:ext cx="8229600" cy="89601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dirty="0" smtClean="0"/>
              <a:t>HW 2 – Notch / Delta (2) </a:t>
            </a:r>
            <a:br>
              <a:rPr lang="en-US" sz="3200" dirty="0" smtClean="0"/>
            </a:br>
            <a:r>
              <a:rPr lang="en-US" sz="3200" dirty="0" smtClean="0"/>
              <a:t>8122 Students</a:t>
            </a:r>
            <a:endParaRPr lang="en-US" sz="3200" dirty="0"/>
          </a:p>
        </p:txBody>
      </p:sp>
    </p:spTree>
    <p:extLst>
      <p:ext uri="{BB962C8B-B14F-4D97-AF65-F5344CB8AC3E}">
        <p14:creationId xmlns:p14="http://schemas.microsoft.com/office/powerpoint/2010/main" val="422455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700" y="0"/>
            <a:ext cx="5299364"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3122868" y="1497433"/>
              <a:ext cx="1569960" cy="279000"/>
            </p14:xfrm>
          </p:contentPart>
        </mc:Choice>
        <mc:Fallback xmlns="">
          <p:pic>
            <p:nvPicPr>
              <p:cNvPr id="7" name="Ink 6"/>
              <p:cNvPicPr/>
              <p:nvPr/>
            </p:nvPicPr>
            <p:blipFill>
              <a:blip r:embed="rId4"/>
              <a:stretch>
                <a:fillRect/>
              </a:stretch>
            </p:blipFill>
            <p:spPr>
              <a:xfrm>
                <a:off x="3114948" y="1489513"/>
                <a:ext cx="158580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p14:cNvContentPartPr/>
              <p14:nvPr/>
            </p14:nvContentPartPr>
            <p14:xfrm>
              <a:off x="4954188" y="1517593"/>
              <a:ext cx="100800" cy="249480"/>
            </p14:xfrm>
          </p:contentPart>
        </mc:Choice>
        <mc:Fallback xmlns="">
          <p:pic>
            <p:nvPicPr>
              <p:cNvPr id="11" name="Ink 10"/>
              <p:cNvPicPr/>
              <p:nvPr/>
            </p:nvPicPr>
            <p:blipFill>
              <a:blip r:embed="rId6"/>
              <a:stretch>
                <a:fillRect/>
              </a:stretch>
            </p:blipFill>
            <p:spPr>
              <a:xfrm>
                <a:off x="4946268" y="1509673"/>
                <a:ext cx="1170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p14:cNvContentPartPr/>
              <p14:nvPr/>
            </p14:nvContentPartPr>
            <p14:xfrm>
              <a:off x="5094948" y="1497073"/>
              <a:ext cx="293400" cy="273960"/>
            </p14:xfrm>
          </p:contentPart>
        </mc:Choice>
        <mc:Fallback xmlns="">
          <p:pic>
            <p:nvPicPr>
              <p:cNvPr id="12" name="Ink 11"/>
              <p:cNvPicPr/>
              <p:nvPr/>
            </p:nvPicPr>
            <p:blipFill>
              <a:blip r:embed="rId8"/>
              <a:stretch>
                <a:fillRect/>
              </a:stretch>
            </p:blipFill>
            <p:spPr>
              <a:xfrm>
                <a:off x="5087028" y="1489153"/>
                <a:ext cx="309240" cy="290160"/>
              </a:xfrm>
              <a:prstGeom prst="rect">
                <a:avLst/>
              </a:prstGeom>
            </p:spPr>
          </p:pic>
        </mc:Fallback>
      </mc:AlternateContent>
    </p:spTree>
    <p:extLst>
      <p:ext uri="{BB962C8B-B14F-4D97-AF65-F5344CB8AC3E}">
        <p14:creationId xmlns:p14="http://schemas.microsoft.com/office/powerpoint/2010/main" val="1339567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700" y="0"/>
            <a:ext cx="5299364"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3481068" y="5030473"/>
              <a:ext cx="1396080" cy="209520"/>
            </p14:xfrm>
          </p:contentPart>
        </mc:Choice>
        <mc:Fallback xmlns="">
          <p:pic>
            <p:nvPicPr>
              <p:cNvPr id="6" name="Ink 5"/>
              <p:cNvPicPr/>
              <p:nvPr/>
            </p:nvPicPr>
            <p:blipFill>
              <a:blip r:embed="rId4"/>
              <a:stretch>
                <a:fillRect/>
              </a:stretch>
            </p:blipFill>
            <p:spPr>
              <a:xfrm>
                <a:off x="3473148" y="5022553"/>
                <a:ext cx="14119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p14:cNvContentPartPr/>
              <p14:nvPr/>
            </p14:nvContentPartPr>
            <p14:xfrm>
              <a:off x="3734868" y="5219833"/>
              <a:ext cx="837000" cy="236880"/>
            </p14:xfrm>
          </p:contentPart>
        </mc:Choice>
        <mc:Fallback xmlns="">
          <p:pic>
            <p:nvPicPr>
              <p:cNvPr id="10" name="Ink 9"/>
              <p:cNvPicPr/>
              <p:nvPr/>
            </p:nvPicPr>
            <p:blipFill>
              <a:blip r:embed="rId6"/>
              <a:stretch>
                <a:fillRect/>
              </a:stretch>
            </p:blipFill>
            <p:spPr>
              <a:xfrm>
                <a:off x="3726592" y="5211913"/>
                <a:ext cx="853193"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p14:cNvContentPartPr/>
              <p14:nvPr/>
            </p14:nvContentPartPr>
            <p14:xfrm>
              <a:off x="2375148" y="2970553"/>
              <a:ext cx="176400" cy="1134360"/>
            </p14:xfrm>
          </p:contentPart>
        </mc:Choice>
        <mc:Fallback xmlns="">
          <p:pic>
            <p:nvPicPr>
              <p:cNvPr id="15" name="Ink 14"/>
              <p:cNvPicPr/>
              <p:nvPr/>
            </p:nvPicPr>
            <p:blipFill>
              <a:blip r:embed="rId8"/>
              <a:stretch>
                <a:fillRect/>
              </a:stretch>
            </p:blipFill>
            <p:spPr>
              <a:xfrm>
                <a:off x="2367228" y="2962633"/>
                <a:ext cx="192600" cy="1150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1" name="Ink 30"/>
              <p14:cNvContentPartPr/>
              <p14:nvPr/>
            </p14:nvContentPartPr>
            <p14:xfrm>
              <a:off x="442668" y="716233"/>
              <a:ext cx="857520" cy="756720"/>
            </p14:xfrm>
          </p:contentPart>
        </mc:Choice>
        <mc:Fallback xmlns="">
          <p:pic>
            <p:nvPicPr>
              <p:cNvPr id="31" name="Ink 30"/>
              <p:cNvPicPr/>
              <p:nvPr/>
            </p:nvPicPr>
            <p:blipFill>
              <a:blip r:embed="rId12"/>
              <a:stretch>
                <a:fillRect/>
              </a:stretch>
            </p:blipFill>
            <p:spPr>
              <a:xfrm>
                <a:off x="434388" y="708317"/>
                <a:ext cx="873720" cy="772552"/>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5" name="Ink 34"/>
              <p14:cNvContentPartPr/>
              <p14:nvPr/>
            </p14:nvContentPartPr>
            <p14:xfrm>
              <a:off x="1678188" y="3255673"/>
              <a:ext cx="612000" cy="283320"/>
            </p14:xfrm>
          </p:contentPart>
        </mc:Choice>
        <mc:Fallback xmlns="">
          <p:pic>
            <p:nvPicPr>
              <p:cNvPr id="35" name="Ink 34"/>
              <p:cNvPicPr/>
              <p:nvPr/>
            </p:nvPicPr>
            <p:blipFill>
              <a:blip r:embed="rId14"/>
              <a:stretch>
                <a:fillRect/>
              </a:stretch>
            </p:blipFill>
            <p:spPr>
              <a:xfrm>
                <a:off x="1670268" y="3247753"/>
                <a:ext cx="628200" cy="299520"/>
              </a:xfrm>
              <a:prstGeom prst="rect">
                <a:avLst/>
              </a:prstGeom>
            </p:spPr>
          </p:pic>
        </mc:Fallback>
      </mc:AlternateContent>
    </p:spTree>
    <p:extLst>
      <p:ext uri="{BB962C8B-B14F-4D97-AF65-F5344CB8AC3E}">
        <p14:creationId xmlns:p14="http://schemas.microsoft.com/office/powerpoint/2010/main" val="58372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3557"/>
          </a:xfrm>
        </p:spPr>
        <p:txBody>
          <a:bodyPr>
            <a:normAutofit fontScale="90000"/>
          </a:bodyPr>
          <a:lstStyle/>
          <a:p>
            <a:r>
              <a:rPr lang="en-US" dirty="0" smtClean="0"/>
              <a:t>HW 3: Patterning in Cell Polarity</a:t>
            </a:r>
            <a:endParaRPr lang="en-US" dirty="0"/>
          </a:p>
        </p:txBody>
      </p:sp>
      <p:sp>
        <p:nvSpPr>
          <p:cNvPr id="3" name="Content Placeholder 2"/>
          <p:cNvSpPr>
            <a:spLocks noGrp="1"/>
          </p:cNvSpPr>
          <p:nvPr>
            <p:ph idx="1"/>
          </p:nvPr>
        </p:nvSpPr>
        <p:spPr>
          <a:xfrm>
            <a:off x="457200" y="903767"/>
            <a:ext cx="8229600" cy="5762847"/>
          </a:xfrm>
        </p:spPr>
        <p:txBody>
          <a:bodyPr>
            <a:normAutofit/>
          </a:bodyPr>
          <a:lstStyle/>
          <a:p>
            <a:r>
              <a:rPr lang="en-US" sz="1400" dirty="0" smtClean="0"/>
              <a:t>Here, we will take a look at a canonical patterning system associated with polarization of motile cells. A family of proteins, known as the Rho </a:t>
            </a:r>
            <a:r>
              <a:rPr lang="en-US" sz="1400" dirty="0" err="1" smtClean="0"/>
              <a:t>GTPases</a:t>
            </a:r>
            <a:r>
              <a:rPr lang="en-US" sz="1400" dirty="0" smtClean="0"/>
              <a:t> are known to polarize in many cell types during motility. Two members of this family, </a:t>
            </a:r>
            <a:r>
              <a:rPr lang="en-US" sz="1400" dirty="0" err="1" smtClean="0"/>
              <a:t>Rac</a:t>
            </a:r>
            <a:r>
              <a:rPr lang="en-US" sz="1400" dirty="0" smtClean="0"/>
              <a:t> and Rho are known to localize to the front and rear of the cells respectively. Here we will analyze the pattern formation properties of this system.</a:t>
            </a:r>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r>
              <a:rPr lang="en-US" sz="1400" dirty="0" smtClean="0"/>
              <a:t>Each Rho </a:t>
            </a:r>
            <a:r>
              <a:rPr lang="en-US" sz="1400" dirty="0" err="1" smtClean="0"/>
              <a:t>GTPase</a:t>
            </a:r>
            <a:r>
              <a:rPr lang="en-US" sz="1400" dirty="0" smtClean="0"/>
              <a:t> can exist in one of two forms, a form that is bound to the membrane that is active and a form that is in the cytosolic interior that is inactive. It is the localization of the active form that is of importance.  There are three important features of these proteins.</a:t>
            </a:r>
          </a:p>
          <a:p>
            <a:pPr lvl="1"/>
            <a:r>
              <a:rPr lang="en-US" sz="1200" dirty="0" smtClean="0"/>
              <a:t>They can be activated and deactivated, but not produced or degraded on the timescales of interest. Thus the total integrated amount if each is conserved.</a:t>
            </a:r>
          </a:p>
          <a:p>
            <a:pPr lvl="1"/>
            <a:r>
              <a:rPr lang="en-US" sz="1200" dirty="0" smtClean="0"/>
              <a:t>Cytosolic proteins are significantly more mobile than membrane bound.</a:t>
            </a:r>
          </a:p>
          <a:p>
            <a:pPr lvl="1"/>
            <a:r>
              <a:rPr lang="en-US" sz="1200" dirty="0" smtClean="0"/>
              <a:t>These proteins inhibit each other, so </a:t>
            </a:r>
            <a:r>
              <a:rPr lang="en-US" sz="1200" dirty="0" err="1" smtClean="0"/>
              <a:t>Rac</a:t>
            </a:r>
            <a:r>
              <a:rPr lang="en-US" sz="1200" dirty="0" smtClean="0"/>
              <a:t> inhibits Rho and vice versa.</a:t>
            </a:r>
          </a:p>
          <a:p>
            <a:pPr lvl="1"/>
            <a:r>
              <a:rPr lang="en-US" sz="1200" dirty="0" smtClean="0"/>
              <a:t>The system of equations above encodes each of these properties.</a:t>
            </a:r>
          </a:p>
          <a:p>
            <a:r>
              <a:rPr lang="en-US" sz="1400" dirty="0" smtClean="0"/>
              <a:t>Continued …</a:t>
            </a:r>
            <a:endParaRPr lang="en-US" sz="1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387" y="2244469"/>
            <a:ext cx="1469656" cy="134834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3230" y="2010553"/>
            <a:ext cx="2770077" cy="198067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4836" y="2491556"/>
            <a:ext cx="3271057" cy="899063"/>
          </a:xfrm>
          <a:prstGeom prst="rect">
            <a:avLst/>
          </a:prstGeom>
        </p:spPr>
      </p:pic>
    </p:spTree>
    <p:extLst>
      <p:ext uri="{BB962C8B-B14F-4D97-AF65-F5344CB8AC3E}">
        <p14:creationId xmlns:p14="http://schemas.microsoft.com/office/powerpoint/2010/main" val="1318517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03557"/>
          </a:xfrm>
        </p:spPr>
        <p:txBody>
          <a:bodyPr>
            <a:normAutofit fontScale="90000"/>
          </a:bodyPr>
          <a:lstStyle/>
          <a:p>
            <a:r>
              <a:rPr lang="en-US" dirty="0" smtClean="0"/>
              <a:t>HW 3: Patterning in Cell Polarity</a:t>
            </a:r>
            <a:endParaRPr lang="en-US" dirty="0"/>
          </a:p>
        </p:txBody>
      </p:sp>
      <p:sp>
        <p:nvSpPr>
          <p:cNvPr id="3" name="Content Placeholder 2"/>
          <p:cNvSpPr>
            <a:spLocks noGrp="1"/>
          </p:cNvSpPr>
          <p:nvPr>
            <p:ph idx="1"/>
          </p:nvPr>
        </p:nvSpPr>
        <p:spPr>
          <a:xfrm>
            <a:off x="457200" y="703556"/>
            <a:ext cx="8229600" cy="6154443"/>
          </a:xfrm>
        </p:spPr>
        <p:txBody>
          <a:bodyPr>
            <a:normAutofit/>
          </a:bodyPr>
          <a:lstStyle/>
          <a:p>
            <a:r>
              <a:rPr lang="en-US" sz="1400" dirty="0" smtClean="0"/>
              <a:t>We will investigate the stability and pattern forming properties of this system.</a:t>
            </a:r>
          </a:p>
          <a:p>
            <a:r>
              <a:rPr lang="en-US" sz="1400" dirty="0"/>
              <a:t>Consider the following base parameter set. n=4, </a:t>
            </a:r>
            <a:r>
              <a:rPr lang="en-US" sz="1400" dirty="0" err="1" smtClean="0"/>
              <a:t>k</a:t>
            </a:r>
            <a:r>
              <a:rPr lang="en-US" sz="1400" baseline="-25000" dirty="0" err="1" smtClean="0">
                <a:latin typeface="Symbol" charset="2"/>
                <a:ea typeface="Symbol" charset="2"/>
                <a:cs typeface="Symbol" charset="2"/>
              </a:rPr>
              <a:t>r</a:t>
            </a:r>
            <a:r>
              <a:rPr lang="en-US" sz="1400" dirty="0" smtClean="0"/>
              <a:t>=</a:t>
            </a:r>
            <a:r>
              <a:rPr lang="en-US" sz="1400" dirty="0" err="1" smtClean="0"/>
              <a:t>k</a:t>
            </a:r>
            <a:r>
              <a:rPr lang="en-US" sz="1400" baseline="-25000" dirty="0" err="1" smtClean="0"/>
              <a:t>R</a:t>
            </a:r>
            <a:r>
              <a:rPr lang="en-US" sz="1400" dirty="0" smtClean="0"/>
              <a:t>=0</a:t>
            </a:r>
            <a:r>
              <a:rPr lang="en-US" sz="1400" dirty="0"/>
              <a:t>, a</a:t>
            </a:r>
            <a:r>
              <a:rPr lang="en-US" sz="1400" baseline="-25000" dirty="0"/>
              <a:t>1</a:t>
            </a:r>
            <a:r>
              <a:rPr lang="en-US" sz="1400" dirty="0"/>
              <a:t>=a</a:t>
            </a:r>
            <a:r>
              <a:rPr lang="en-US" sz="1400" baseline="-25000" dirty="0"/>
              <a:t>2</a:t>
            </a:r>
            <a:r>
              <a:rPr lang="en-US" sz="1400" dirty="0"/>
              <a:t>=</a:t>
            </a:r>
            <a:r>
              <a:rPr lang="en-US" sz="1400" dirty="0" err="1" smtClean="0">
                <a:latin typeface="Symbol" charset="2"/>
                <a:ea typeface="Symbol" charset="2"/>
                <a:cs typeface="Symbol" charset="2"/>
              </a:rPr>
              <a:t>d</a:t>
            </a:r>
            <a:r>
              <a:rPr lang="en-US" sz="1400" baseline="-25000" dirty="0" err="1" smtClean="0"/>
              <a:t>R</a:t>
            </a:r>
            <a:r>
              <a:rPr lang="en-US" sz="1400" dirty="0" smtClean="0"/>
              <a:t>=</a:t>
            </a:r>
            <a:r>
              <a:rPr lang="en-US" sz="1400" dirty="0" err="1" smtClean="0">
                <a:latin typeface="Symbol" charset="2"/>
                <a:ea typeface="Symbol" charset="2"/>
                <a:cs typeface="Symbol" charset="2"/>
              </a:rPr>
              <a:t>d</a:t>
            </a:r>
            <a:r>
              <a:rPr lang="en-US" sz="1400" baseline="-25000" dirty="0" err="1" smtClean="0">
                <a:latin typeface="Symbol" charset="2"/>
                <a:ea typeface="Symbol" charset="2"/>
                <a:cs typeface="Symbol" charset="2"/>
              </a:rPr>
              <a:t>r</a:t>
            </a:r>
            <a:r>
              <a:rPr lang="en-US" sz="1400" dirty="0" smtClean="0"/>
              <a:t>=</a:t>
            </a:r>
            <a:r>
              <a:rPr lang="en-US" sz="1400" dirty="0" err="1" smtClean="0"/>
              <a:t>I</a:t>
            </a:r>
            <a:r>
              <a:rPr lang="en-US" sz="1400" baseline="-25000" dirty="0" err="1" smtClean="0">
                <a:latin typeface="Symbol" charset="2"/>
                <a:ea typeface="Symbol" charset="2"/>
                <a:cs typeface="Symbol" charset="2"/>
              </a:rPr>
              <a:t>r</a:t>
            </a:r>
            <a:r>
              <a:rPr lang="en-US" sz="1400" dirty="0" smtClean="0"/>
              <a:t>=I</a:t>
            </a:r>
            <a:r>
              <a:rPr lang="en-US" sz="1400" baseline="-25000" dirty="0" smtClean="0"/>
              <a:t>R</a:t>
            </a:r>
            <a:r>
              <a:rPr lang="en-US" sz="1400" dirty="0" smtClean="0"/>
              <a:t>=1</a:t>
            </a:r>
            <a:r>
              <a:rPr lang="en-US" sz="1400" dirty="0"/>
              <a:t>, </a:t>
            </a:r>
            <a:r>
              <a:rPr lang="en-US" sz="1400" dirty="0" err="1"/>
              <a:t>R</a:t>
            </a:r>
            <a:r>
              <a:rPr lang="en-US" sz="1400" baseline="-25000" dirty="0" err="1"/>
              <a:t>tot</a:t>
            </a:r>
            <a:r>
              <a:rPr lang="en-US" sz="1400" dirty="0"/>
              <a:t>=</a:t>
            </a:r>
            <a:r>
              <a:rPr lang="en-US" sz="1400" dirty="0" err="1">
                <a:latin typeface="Symbol" charset="2"/>
                <a:ea typeface="Symbol" charset="2"/>
                <a:cs typeface="Symbol" charset="2"/>
              </a:rPr>
              <a:t>r</a:t>
            </a:r>
            <a:r>
              <a:rPr lang="en-US" sz="1400" baseline="-25000" dirty="0" err="1"/>
              <a:t>tot</a:t>
            </a:r>
            <a:r>
              <a:rPr lang="en-US" sz="1400" dirty="0"/>
              <a:t>=2, D=0.1, D</a:t>
            </a:r>
            <a:r>
              <a:rPr lang="en-US" sz="1400" baseline="-25000" dirty="0"/>
              <a:t>i</a:t>
            </a:r>
            <a:r>
              <a:rPr lang="en-US" sz="1400" dirty="0"/>
              <a:t>=10.</a:t>
            </a:r>
          </a:p>
          <a:p>
            <a:r>
              <a:rPr lang="en-US" sz="1400" dirty="0" smtClean="0"/>
              <a:t>Note that the parameters </a:t>
            </a:r>
            <a:r>
              <a:rPr lang="en-US" sz="1400" dirty="0" err="1" smtClean="0"/>
              <a:t>R</a:t>
            </a:r>
            <a:r>
              <a:rPr lang="en-US" sz="1400" baseline="-25000" dirty="0" err="1" smtClean="0"/>
              <a:t>tot</a:t>
            </a:r>
            <a:r>
              <a:rPr lang="en-US" sz="1400" dirty="0" smtClean="0"/>
              <a:t> and </a:t>
            </a:r>
            <a:r>
              <a:rPr lang="en-US" sz="1400" dirty="0" err="1" smtClean="0">
                <a:latin typeface="Symbol" charset="2"/>
                <a:ea typeface="Symbol" charset="2"/>
                <a:cs typeface="Symbol" charset="2"/>
              </a:rPr>
              <a:t>r</a:t>
            </a:r>
            <a:r>
              <a:rPr lang="en-US" sz="1400" baseline="-25000" dirty="0" err="1" smtClean="0"/>
              <a:t>tot</a:t>
            </a:r>
            <a:r>
              <a:rPr lang="en-US" sz="1400" dirty="0" smtClean="0"/>
              <a:t> do not show up directly in the equations. If you look closely at the equations, you will notice that the equations for the active and inactive variables are mirror images of each other (with the exception of diffusion). This ensures conservation but places a constraint on the system. Namely, your initial conditions implicitly determine the average concentration of each </a:t>
            </a:r>
            <a:r>
              <a:rPr lang="en-US" sz="1400" dirty="0" err="1" smtClean="0"/>
              <a:t>GTPases</a:t>
            </a:r>
            <a:r>
              <a:rPr lang="en-US" sz="1400" dirty="0" smtClean="0"/>
              <a:t>.  These “tot” parameters are the values of those conserved quantities. In all simulations to come, you must set your initial conditions carefully to ensure that you they sum to these conserved amounts.</a:t>
            </a:r>
          </a:p>
          <a:p>
            <a:r>
              <a:rPr lang="en-US" sz="1400" dirty="0" smtClean="0"/>
              <a:t>First, let’s assess the stability. </a:t>
            </a:r>
          </a:p>
          <a:p>
            <a:pPr lvl="1"/>
            <a:r>
              <a:rPr lang="en-US" sz="1400" dirty="0" smtClean="0"/>
              <a:t>To do so, let’s first neglect the spatial terms, so that we simply have a system of 4 ODE’s. Simulate this system of ODE’s to find a steady state. State the values of this SS.</a:t>
            </a:r>
          </a:p>
          <a:p>
            <a:pPr lvl="1"/>
            <a:r>
              <a:rPr lang="en-US" sz="1400" dirty="0" smtClean="0"/>
              <a:t>Next, calculate the Jacobian (J</a:t>
            </a:r>
            <a:r>
              <a:rPr lang="en-US" sz="1400" baseline="-25000" dirty="0" smtClean="0"/>
              <a:t>0</a:t>
            </a:r>
            <a:r>
              <a:rPr lang="en-US" sz="1400" dirty="0" smtClean="0"/>
              <a:t>) of the non-spatial system at this SS to determine it’s well mixed stability. What are they? You’ll notice some 0 eigenvalues. Any idea why you get these 0’s? If you play around with parameters, you’ll notice that you always get those 0’s.</a:t>
            </a:r>
          </a:p>
          <a:p>
            <a:pPr lvl="1"/>
            <a:r>
              <a:rPr lang="en-US" sz="1400" dirty="0" smtClean="0"/>
              <a:t>Finally, perform a Turing analysis. Recall that this requires you calculate eigenvalues of the augmented Jacobian: </a:t>
            </a:r>
            <a:r>
              <a:rPr lang="en-US" sz="1400" dirty="0" err="1" smtClean="0"/>
              <a:t>J</a:t>
            </a:r>
            <a:r>
              <a:rPr lang="en-US" sz="1400" baseline="-25000" dirty="0" err="1" smtClean="0"/>
              <a:t>k</a:t>
            </a:r>
            <a:r>
              <a:rPr lang="en-US" sz="1400" dirty="0" smtClean="0"/>
              <a:t>=J</a:t>
            </a:r>
            <a:r>
              <a:rPr lang="en-US" sz="1400" baseline="-25000" dirty="0" smtClean="0"/>
              <a:t>0</a:t>
            </a:r>
            <a:r>
              <a:rPr lang="en-US" sz="1400" dirty="0" smtClean="0"/>
              <a:t>-k</a:t>
            </a:r>
            <a:r>
              <a:rPr lang="en-US" sz="1400" baseline="30000" dirty="0" smtClean="0"/>
              <a:t>2</a:t>
            </a:r>
            <a:r>
              <a:rPr lang="en-US" sz="1400" dirty="0" smtClean="0"/>
              <a:t>D, where k is the wave number under consideration and D is a matrix containing the diffusion coefficients. Do so for the values k=1, 2, 3, 4, 5. </a:t>
            </a:r>
          </a:p>
          <a:p>
            <a:pPr lvl="1"/>
            <a:r>
              <a:rPr lang="en-US" sz="1400" dirty="0" smtClean="0"/>
              <a:t>Are any of these wave numbers unstable? If so, which ones and what is the associated growth rate (eigenvalue). </a:t>
            </a:r>
          </a:p>
          <a:p>
            <a:pPr lvl="1"/>
            <a:r>
              <a:rPr lang="en-US" sz="1400" dirty="0" smtClean="0"/>
              <a:t>Now, let’s verify the results of this analysis. You</a:t>
            </a:r>
            <a:r>
              <a:rPr lang="fr-FR" sz="1400" dirty="0" smtClean="0"/>
              <a:t>’</a:t>
            </a:r>
            <a:r>
              <a:rPr lang="en-US" sz="1400" dirty="0" err="1" smtClean="0"/>
              <a:t>ve</a:t>
            </a:r>
            <a:r>
              <a:rPr lang="en-US" sz="1400" dirty="0" smtClean="0"/>
              <a:t> already simulated the non-spatial system and found that you get a steady state. Now, let’s use Virtual Cell to simulate the spatial version of this on a 1D domain of length x=5. Note, if you are looking for spatial patterns, it is useful to simulate the system from a spatially heterogeneous initial condition. So using an initial condition of the form R=</a:t>
            </a:r>
            <a:r>
              <a:rPr lang="en-US" sz="1400" dirty="0" err="1" smtClean="0"/>
              <a:t>Rss</a:t>
            </a:r>
            <a:r>
              <a:rPr lang="en-US" sz="1400" dirty="0" smtClean="0"/>
              <a:t> + 0.01*sin(x) or something of the such us appropriate (though ensure that you perturb the inactive forms commensurately to ensure you maintain the conserved quantities. Provide plots of the active </a:t>
            </a:r>
            <a:r>
              <a:rPr lang="en-US" sz="1400" dirty="0" err="1" smtClean="0"/>
              <a:t>Rac</a:t>
            </a:r>
            <a:r>
              <a:rPr lang="en-US" sz="1400" dirty="0" smtClean="0"/>
              <a:t> and Rho concentration distributions (hint, you should get a pattern here).</a:t>
            </a:r>
          </a:p>
          <a:p>
            <a:pPr lvl="1"/>
            <a:endParaRPr lang="en-US" sz="1400" dirty="0"/>
          </a:p>
        </p:txBody>
      </p:sp>
    </p:spTree>
    <p:extLst>
      <p:ext uri="{BB962C8B-B14F-4D97-AF65-F5344CB8AC3E}">
        <p14:creationId xmlns:p14="http://schemas.microsoft.com/office/powerpoint/2010/main" val="734822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mc:AlternateContent xmlns:mc="http://schemas.openxmlformats.org/markup-compatibility/2006" xmlns:p14="http://schemas.microsoft.com/office/powerpoint/2010/main">
        <mc:Choice Requires="p14">
          <p:contentPart p14:bwMode="auto" r:id="rId2">
            <p14:nvContentPartPr>
              <p14:cNvPr id="12" name="Ink 11"/>
              <p14:cNvContentPartPr/>
              <p14:nvPr/>
            </p14:nvContentPartPr>
            <p14:xfrm>
              <a:off x="410268" y="1609753"/>
              <a:ext cx="1851840" cy="133200"/>
            </p14:xfrm>
          </p:contentPart>
        </mc:Choice>
        <mc:Fallback xmlns="">
          <p:pic>
            <p:nvPicPr>
              <p:cNvPr id="12" name="Ink 11"/>
              <p:cNvPicPr/>
              <p:nvPr/>
            </p:nvPicPr>
            <p:blipFill>
              <a:blip r:embed="rId3"/>
              <a:stretch>
                <a:fillRect/>
              </a:stretch>
            </p:blipFill>
            <p:spPr>
              <a:xfrm>
                <a:off x="402348" y="1601833"/>
                <a:ext cx="18676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p14:cNvContentPartPr/>
              <p14:nvPr/>
            </p14:nvContentPartPr>
            <p14:xfrm>
              <a:off x="486948" y="1303753"/>
              <a:ext cx="1525680" cy="2282040"/>
            </p14:xfrm>
          </p:contentPart>
        </mc:Choice>
        <mc:Fallback xmlns="">
          <p:pic>
            <p:nvPicPr>
              <p:cNvPr id="15" name="Ink 14"/>
              <p:cNvPicPr/>
              <p:nvPr/>
            </p:nvPicPr>
            <p:blipFill>
              <a:blip r:embed="rId5"/>
              <a:stretch>
                <a:fillRect/>
              </a:stretch>
            </p:blipFill>
            <p:spPr>
              <a:xfrm>
                <a:off x="478668" y="1295833"/>
                <a:ext cx="1541520" cy="2297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1" name="Ink 40"/>
              <p14:cNvContentPartPr/>
              <p14:nvPr/>
            </p14:nvContentPartPr>
            <p14:xfrm>
              <a:off x="2945748" y="1396273"/>
              <a:ext cx="161280" cy="3159720"/>
            </p14:xfrm>
          </p:contentPart>
        </mc:Choice>
        <mc:Fallback xmlns="">
          <p:pic>
            <p:nvPicPr>
              <p:cNvPr id="41" name="Ink 40"/>
              <p:cNvPicPr/>
              <p:nvPr/>
            </p:nvPicPr>
            <p:blipFill>
              <a:blip r:embed="rId7"/>
              <a:stretch>
                <a:fillRect/>
              </a:stretch>
            </p:blipFill>
            <p:spPr>
              <a:xfrm>
                <a:off x="2937828" y="1388353"/>
                <a:ext cx="177480" cy="3175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5" name="Ink 44"/>
              <p14:cNvContentPartPr/>
              <p14:nvPr/>
            </p14:nvContentPartPr>
            <p14:xfrm>
              <a:off x="3754668" y="1404553"/>
              <a:ext cx="3510000" cy="2419200"/>
            </p14:xfrm>
          </p:contentPart>
        </mc:Choice>
        <mc:Fallback xmlns="">
          <p:pic>
            <p:nvPicPr>
              <p:cNvPr id="45" name="Ink 44"/>
              <p:cNvPicPr/>
              <p:nvPr/>
            </p:nvPicPr>
            <p:blipFill>
              <a:blip r:embed="rId9"/>
              <a:stretch>
                <a:fillRect/>
              </a:stretch>
            </p:blipFill>
            <p:spPr>
              <a:xfrm>
                <a:off x="3746748" y="1396273"/>
                <a:ext cx="3525840" cy="2435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5" name="Ink 54"/>
              <p14:cNvContentPartPr/>
              <p14:nvPr/>
            </p14:nvContentPartPr>
            <p14:xfrm>
              <a:off x="4177308" y="1739713"/>
              <a:ext cx="2367720" cy="47520"/>
            </p14:xfrm>
          </p:contentPart>
        </mc:Choice>
        <mc:Fallback xmlns="">
          <p:pic>
            <p:nvPicPr>
              <p:cNvPr id="55" name="Ink 54"/>
              <p:cNvPicPr/>
              <p:nvPr/>
            </p:nvPicPr>
            <p:blipFill>
              <a:blip r:embed="rId11"/>
              <a:stretch>
                <a:fillRect/>
              </a:stretch>
            </p:blipFill>
            <p:spPr>
              <a:xfrm>
                <a:off x="4169388" y="1731793"/>
                <a:ext cx="23835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6" name="Ink 75"/>
              <p14:cNvContentPartPr/>
              <p14:nvPr/>
            </p14:nvContentPartPr>
            <p14:xfrm>
              <a:off x="3485028" y="3146953"/>
              <a:ext cx="3957840" cy="77040"/>
            </p14:xfrm>
          </p:contentPart>
        </mc:Choice>
        <mc:Fallback xmlns="">
          <p:pic>
            <p:nvPicPr>
              <p:cNvPr id="76" name="Ink 75"/>
              <p:cNvPicPr/>
              <p:nvPr/>
            </p:nvPicPr>
            <p:blipFill>
              <a:blip r:embed="rId13"/>
              <a:stretch>
                <a:fillRect/>
              </a:stretch>
            </p:blipFill>
            <p:spPr>
              <a:xfrm>
                <a:off x="3477108" y="3139033"/>
                <a:ext cx="39740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9" name="Ink 88"/>
              <p14:cNvContentPartPr/>
              <p14:nvPr/>
            </p14:nvContentPartPr>
            <p14:xfrm>
              <a:off x="4012428" y="3817273"/>
              <a:ext cx="2621880" cy="110880"/>
            </p14:xfrm>
          </p:contentPart>
        </mc:Choice>
        <mc:Fallback xmlns="">
          <p:pic>
            <p:nvPicPr>
              <p:cNvPr id="89" name="Ink 88"/>
              <p:cNvPicPr/>
              <p:nvPr/>
            </p:nvPicPr>
            <p:blipFill>
              <a:blip r:embed="rId15"/>
              <a:stretch>
                <a:fillRect/>
              </a:stretch>
            </p:blipFill>
            <p:spPr>
              <a:xfrm>
                <a:off x="4004508" y="3809353"/>
                <a:ext cx="263772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5" name="Ink 134"/>
              <p14:cNvContentPartPr/>
              <p14:nvPr/>
            </p14:nvContentPartPr>
            <p14:xfrm>
              <a:off x="5432988" y="4348273"/>
              <a:ext cx="755280" cy="376920"/>
            </p14:xfrm>
          </p:contentPart>
        </mc:Choice>
        <mc:Fallback xmlns="">
          <p:pic>
            <p:nvPicPr>
              <p:cNvPr id="135" name="Ink 134"/>
              <p:cNvPicPr/>
              <p:nvPr/>
            </p:nvPicPr>
            <p:blipFill>
              <a:blip r:embed="rId17"/>
              <a:stretch>
                <a:fillRect/>
              </a:stretch>
            </p:blipFill>
            <p:spPr>
              <a:xfrm>
                <a:off x="5425068" y="4340353"/>
                <a:ext cx="771120" cy="392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6" name="Ink 135"/>
              <p14:cNvContentPartPr/>
              <p14:nvPr/>
            </p14:nvContentPartPr>
            <p14:xfrm>
              <a:off x="3509148" y="4575793"/>
              <a:ext cx="992880" cy="608400"/>
            </p14:xfrm>
          </p:contentPart>
        </mc:Choice>
        <mc:Fallback xmlns="">
          <p:pic>
            <p:nvPicPr>
              <p:cNvPr id="136" name="Ink 135"/>
              <p:cNvPicPr/>
              <p:nvPr/>
            </p:nvPicPr>
            <p:blipFill>
              <a:blip r:embed="rId19"/>
              <a:stretch>
                <a:fillRect/>
              </a:stretch>
            </p:blipFill>
            <p:spPr>
              <a:xfrm>
                <a:off x="3501225" y="4567868"/>
                <a:ext cx="1009086" cy="624249"/>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0" name="Ink 149"/>
              <p14:cNvContentPartPr/>
              <p14:nvPr/>
            </p14:nvContentPartPr>
            <p14:xfrm>
              <a:off x="5368548" y="4817713"/>
              <a:ext cx="858240" cy="624240"/>
            </p14:xfrm>
          </p:contentPart>
        </mc:Choice>
        <mc:Fallback xmlns="">
          <p:pic>
            <p:nvPicPr>
              <p:cNvPr id="150" name="Ink 149"/>
              <p:cNvPicPr/>
              <p:nvPr/>
            </p:nvPicPr>
            <p:blipFill>
              <a:blip r:embed="rId21"/>
              <a:stretch>
                <a:fillRect/>
              </a:stretch>
            </p:blipFill>
            <p:spPr>
              <a:xfrm>
                <a:off x="5360628" y="4809793"/>
                <a:ext cx="874440" cy="640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1" name="Ink 150"/>
              <p14:cNvContentPartPr/>
              <p14:nvPr/>
            </p14:nvContentPartPr>
            <p14:xfrm>
              <a:off x="2412228" y="4261873"/>
              <a:ext cx="3701880" cy="2093040"/>
            </p14:xfrm>
          </p:contentPart>
        </mc:Choice>
        <mc:Fallback xmlns="">
          <p:pic>
            <p:nvPicPr>
              <p:cNvPr id="151" name="Ink 150"/>
              <p:cNvPicPr/>
              <p:nvPr/>
            </p:nvPicPr>
            <p:blipFill>
              <a:blip r:embed="rId23"/>
              <a:stretch>
                <a:fillRect/>
              </a:stretch>
            </p:blipFill>
            <p:spPr>
              <a:xfrm>
                <a:off x="2404306" y="4253953"/>
                <a:ext cx="3718083" cy="2109240"/>
              </a:xfrm>
              <a:prstGeom prst="rect">
                <a:avLst/>
              </a:prstGeom>
            </p:spPr>
          </p:pic>
        </mc:Fallback>
      </mc:AlternateContent>
    </p:spTree>
    <p:extLst>
      <p:ext uri="{BB962C8B-B14F-4D97-AF65-F5344CB8AC3E}">
        <p14:creationId xmlns:p14="http://schemas.microsoft.com/office/powerpoint/2010/main" val="80468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a:t>
            </a:r>
            <a:r>
              <a:rPr lang="en-US" dirty="0" err="1" smtClean="0"/>
              <a:t>Rac</a:t>
            </a:r>
            <a:r>
              <a:rPr lang="en-US" dirty="0" smtClean="0"/>
              <a:t> / Rho / space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8850" y="1943100"/>
            <a:ext cx="4686300" cy="3886200"/>
          </a:xfrm>
          <a:prstGeom prst="rect">
            <a:avLst/>
          </a:prstGeom>
        </p:spPr>
      </p:pic>
    </p:spTree>
    <p:extLst>
      <p:ext uri="{BB962C8B-B14F-4D97-AF65-F5344CB8AC3E}">
        <p14:creationId xmlns:p14="http://schemas.microsoft.com/office/powerpoint/2010/main" val="1595290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7864"/>
          </a:xfrm>
        </p:spPr>
        <p:txBody>
          <a:bodyPr>
            <a:normAutofit fontScale="90000"/>
          </a:bodyPr>
          <a:lstStyle/>
          <a:p>
            <a:r>
              <a:rPr lang="en-US" dirty="0" smtClean="0"/>
              <a:t>HW 4– </a:t>
            </a:r>
            <a:r>
              <a:rPr lang="en-US" dirty="0" err="1" smtClean="0"/>
              <a:t>FitzHugh</a:t>
            </a:r>
            <a:r>
              <a:rPr lang="en-US" dirty="0" smtClean="0"/>
              <a:t> </a:t>
            </a:r>
            <a:r>
              <a:rPr lang="en-US" dirty="0" err="1" smtClean="0"/>
              <a:t>Nagumo</a:t>
            </a:r>
            <a:endParaRPr lang="en-US" dirty="0"/>
          </a:p>
        </p:txBody>
      </p:sp>
      <p:sp>
        <p:nvSpPr>
          <p:cNvPr id="3" name="Content Placeholder 2"/>
          <p:cNvSpPr>
            <a:spLocks noGrp="1"/>
          </p:cNvSpPr>
          <p:nvPr>
            <p:ph idx="1"/>
          </p:nvPr>
        </p:nvSpPr>
        <p:spPr>
          <a:xfrm>
            <a:off x="457200" y="1095154"/>
            <a:ext cx="8229600" cy="5031010"/>
          </a:xfrm>
        </p:spPr>
        <p:txBody>
          <a:bodyPr>
            <a:normAutofit lnSpcReduction="10000"/>
          </a:bodyPr>
          <a:lstStyle/>
          <a:p>
            <a:r>
              <a:rPr lang="en-US" sz="1400" dirty="0" smtClean="0"/>
              <a:t>Consider the following simplified model of nerve conduction, typically referred to as the </a:t>
            </a:r>
            <a:r>
              <a:rPr lang="en-US" sz="1400" dirty="0" err="1" smtClean="0"/>
              <a:t>FitzHugh</a:t>
            </a:r>
            <a:r>
              <a:rPr lang="en-US" sz="1400" dirty="0" smtClean="0"/>
              <a:t> </a:t>
            </a:r>
            <a:r>
              <a:rPr lang="en-US" sz="1400" dirty="0" err="1" smtClean="0"/>
              <a:t>Nagumo</a:t>
            </a:r>
            <a:r>
              <a:rPr lang="en-US" sz="1400" dirty="0" smtClean="0"/>
              <a:t> model. In this model, ‘v’ is loosely associated with membrane voltage while ‘w’ is associated with the slower negative feedback that arises when ion exchangers kick in at high voltage. The parameter ‘epsilon’ is a timescale parameter.</a:t>
            </a:r>
          </a:p>
          <a:p>
            <a:endParaRPr lang="en-US" sz="1400" dirty="0"/>
          </a:p>
          <a:p>
            <a:endParaRPr lang="en-US" sz="1400" dirty="0" smtClean="0"/>
          </a:p>
          <a:p>
            <a:endParaRPr lang="en-US" sz="1400" dirty="0"/>
          </a:p>
          <a:p>
            <a:r>
              <a:rPr lang="en-US" sz="1400" dirty="0" smtClean="0"/>
              <a:t>We will investigate the different kinds of dynamics this system is capable of and show that it can give rise to single pulses and wave trains alike. First note that v=w=0 is a steady state for all values of parameters.</a:t>
            </a:r>
          </a:p>
          <a:p>
            <a:pPr>
              <a:buFont typeface="+mj-lt"/>
              <a:buAutoNum type="arabicPeriod"/>
            </a:pPr>
            <a:r>
              <a:rPr lang="en-US" sz="1400" dirty="0" smtClean="0"/>
              <a:t>Consider the values a=0.1, epsilon = 0.005. Is the previously mentioned steady state stable or unstable? Perform a linear stability analysis (non-spatial) to address this. To further understand the stability of this steady state, perform non-spatial simulations (using whatever ODE simulator you like) with a variety of initial conditions.</a:t>
            </a:r>
          </a:p>
          <a:p>
            <a:pPr>
              <a:buFont typeface="+mj-lt"/>
              <a:buAutoNum type="arabicPeriod"/>
            </a:pPr>
            <a:r>
              <a:rPr lang="en-US" sz="1400" dirty="0" smtClean="0"/>
              <a:t>Now simulate this system using Virtual Cell on a 1D domain of size 1000 microns. The goal here will be to determine how the steady state of the system responds to a spatial perturbation. Begin the simulation with the system at the previously determined steady state and apply a perturbation of the voltage variable (v) on the left 10 microns of the domain. What do you find? </a:t>
            </a:r>
          </a:p>
          <a:p>
            <a:pPr lvl="1">
              <a:buFont typeface="+mj-lt"/>
              <a:buAutoNum type="arabicPeriod"/>
            </a:pPr>
            <a:r>
              <a:rPr lang="en-US" sz="1200" dirty="0" smtClean="0"/>
              <a:t>Present your results here in two ways. First, provide a kymograph, a color plot showing the value of v over time and space. Virtual Cell will generate these plots. </a:t>
            </a:r>
          </a:p>
          <a:p>
            <a:pPr lvl="1">
              <a:buFont typeface="+mj-lt"/>
              <a:buAutoNum type="arabicPeriod"/>
            </a:pPr>
            <a:r>
              <a:rPr lang="en-US" sz="1200" smtClean="0"/>
              <a:t>Second, for </a:t>
            </a:r>
            <a:r>
              <a:rPr lang="en-US" sz="1200" dirty="0" smtClean="0"/>
              <a:t>a single point somewhere in the middle of the domain, plot the value of 'v' as a function of time. </a:t>
            </a:r>
            <a:r>
              <a:rPr lang="en-US" sz="1200" dirty="0" err="1" smtClean="0"/>
              <a:t>Vcell</a:t>
            </a:r>
            <a:r>
              <a:rPr lang="en-US" sz="1200" dirty="0" smtClean="0"/>
              <a:t> can do this as well. For an example of these types of plots generated from </a:t>
            </a:r>
            <a:r>
              <a:rPr lang="en-US" sz="1200" dirty="0" err="1" smtClean="0"/>
              <a:t>Vcell</a:t>
            </a:r>
            <a:r>
              <a:rPr lang="en-US" sz="1200" dirty="0" smtClean="0"/>
              <a:t>, see the next slide.</a:t>
            </a:r>
          </a:p>
          <a:p>
            <a:pPr>
              <a:buFont typeface="+mj-lt"/>
              <a:buAutoNum type="arabicPeriod"/>
            </a:pPr>
            <a:r>
              <a:rPr lang="en-US" sz="1400" dirty="0" smtClean="0"/>
              <a:t>Perform the same analysis as above (1 and 2) with a=-0.1, epsilon=0.005. What do you find?</a:t>
            </a:r>
          </a:p>
          <a:p>
            <a:pPr>
              <a:buFont typeface="+mj-lt"/>
              <a:buAutoNum type="arabicPeriod"/>
            </a:pPr>
            <a:endParaRPr lang="en-US" sz="1400" dirty="0" smtClean="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1040216" y="2110155"/>
              <a:ext cx="5136726" cy="478080"/>
            </p14:xfrm>
          </p:contentPart>
        </mc:Choice>
        <mc:Fallback xmlns="">
          <p:pic>
            <p:nvPicPr>
              <p:cNvPr id="5" name="Ink 4"/>
              <p:cNvPicPr/>
              <p:nvPr/>
            </p:nvPicPr>
            <p:blipFill>
              <a:blip r:embed="rId3"/>
              <a:stretch>
                <a:fillRect/>
              </a:stretch>
            </p:blipFill>
            <p:spPr>
              <a:xfrm>
                <a:off x="1032296" y="2101875"/>
                <a:ext cx="5152567" cy="493920"/>
              </a:xfrm>
              <a:prstGeom prst="rect">
                <a:avLst/>
              </a:prstGeom>
            </p:spPr>
          </p:pic>
        </mc:Fallback>
      </mc:AlternateContent>
    </p:spTree>
    <p:extLst>
      <p:ext uri="{BB962C8B-B14F-4D97-AF65-F5344CB8AC3E}">
        <p14:creationId xmlns:p14="http://schemas.microsoft.com/office/powerpoint/2010/main" val="1275317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(not from the </a:t>
            </a:r>
            <a:r>
              <a:rPr lang="en-US" smtClean="0"/>
              <a:t>same sim)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176" y="1417638"/>
            <a:ext cx="3591723" cy="529501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1164" y="2627348"/>
            <a:ext cx="5116614" cy="2875594"/>
          </a:xfrm>
          <a:prstGeom prst="rect">
            <a:avLst/>
          </a:prstGeom>
        </p:spPr>
      </p:pic>
    </p:spTree>
    <p:extLst>
      <p:ext uri="{BB962C8B-B14F-4D97-AF65-F5344CB8AC3E}">
        <p14:creationId xmlns:p14="http://schemas.microsoft.com/office/powerpoint/2010/main" val="17262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mc:AlternateContent xmlns:mc="http://schemas.openxmlformats.org/markup-compatibility/2006" xmlns:p14="http://schemas.microsoft.com/office/powerpoint/2010/main">
        <mc:Choice Requires="p14">
          <p:contentPart p14:bwMode="auto" r:id="rId2">
            <p14:nvContentPartPr>
              <p14:cNvPr id="11" name="Ink 10"/>
              <p14:cNvContentPartPr/>
              <p14:nvPr/>
            </p14:nvContentPartPr>
            <p14:xfrm>
              <a:off x="277428" y="1386553"/>
              <a:ext cx="5083560" cy="1176480"/>
            </p14:xfrm>
          </p:contentPart>
        </mc:Choice>
        <mc:Fallback xmlns="">
          <p:pic>
            <p:nvPicPr>
              <p:cNvPr id="11" name="Ink 10"/>
              <p:cNvPicPr/>
              <p:nvPr/>
            </p:nvPicPr>
            <p:blipFill>
              <a:blip r:embed="rId3"/>
              <a:stretch>
                <a:fillRect/>
              </a:stretch>
            </p:blipFill>
            <p:spPr>
              <a:xfrm>
                <a:off x="269508" y="1378633"/>
                <a:ext cx="5099400" cy="1192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8" name="Ink 37"/>
              <p14:cNvContentPartPr/>
              <p14:nvPr/>
            </p14:nvContentPartPr>
            <p14:xfrm>
              <a:off x="2646228" y="2008273"/>
              <a:ext cx="295920" cy="724680"/>
            </p14:xfrm>
          </p:contentPart>
        </mc:Choice>
        <mc:Fallback xmlns="">
          <p:pic>
            <p:nvPicPr>
              <p:cNvPr id="38" name="Ink 37"/>
              <p:cNvPicPr/>
              <p:nvPr/>
            </p:nvPicPr>
            <p:blipFill>
              <a:blip r:embed="rId5"/>
              <a:stretch>
                <a:fillRect/>
              </a:stretch>
            </p:blipFill>
            <p:spPr>
              <a:xfrm>
                <a:off x="2638308" y="1999993"/>
                <a:ext cx="311760" cy="740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9" name="Ink 38"/>
              <p14:cNvContentPartPr/>
              <p14:nvPr/>
            </p14:nvContentPartPr>
            <p14:xfrm>
              <a:off x="2978148" y="2064793"/>
              <a:ext cx="1372680" cy="579240"/>
            </p14:xfrm>
          </p:contentPart>
        </mc:Choice>
        <mc:Fallback xmlns="">
          <p:pic>
            <p:nvPicPr>
              <p:cNvPr id="39" name="Ink 38"/>
              <p:cNvPicPr/>
              <p:nvPr/>
            </p:nvPicPr>
            <p:blipFill>
              <a:blip r:embed="rId7"/>
              <a:stretch>
                <a:fillRect/>
              </a:stretch>
            </p:blipFill>
            <p:spPr>
              <a:xfrm>
                <a:off x="2970228" y="2028433"/>
                <a:ext cx="1388880" cy="623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4310508" y="1943833"/>
              <a:ext cx="277560" cy="736560"/>
            </p14:xfrm>
          </p:contentPart>
        </mc:Choice>
        <mc:Fallback xmlns="">
          <p:pic>
            <p:nvPicPr>
              <p:cNvPr id="50" name="Ink 49"/>
              <p:cNvPicPr/>
              <p:nvPr/>
            </p:nvPicPr>
            <p:blipFill>
              <a:blip r:embed="rId9"/>
              <a:stretch>
                <a:fillRect/>
              </a:stretch>
            </p:blipFill>
            <p:spPr>
              <a:xfrm>
                <a:off x="4302588" y="1935913"/>
                <a:ext cx="293760" cy="752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7" name="Ink 56"/>
              <p14:cNvContentPartPr/>
              <p14:nvPr/>
            </p14:nvContentPartPr>
            <p14:xfrm>
              <a:off x="365988" y="3094753"/>
              <a:ext cx="7575120" cy="877320"/>
            </p14:xfrm>
          </p:contentPart>
        </mc:Choice>
        <mc:Fallback xmlns="">
          <p:pic>
            <p:nvPicPr>
              <p:cNvPr id="57" name="Ink 56"/>
              <p:cNvPicPr/>
              <p:nvPr/>
            </p:nvPicPr>
            <p:blipFill>
              <a:blip r:embed="rId11"/>
              <a:stretch>
                <a:fillRect/>
              </a:stretch>
            </p:blipFill>
            <p:spPr>
              <a:xfrm>
                <a:off x="358068" y="3086833"/>
                <a:ext cx="7590961" cy="893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Ink 3"/>
              <p14:cNvContentPartPr/>
              <p14:nvPr/>
            </p14:nvContentPartPr>
            <p14:xfrm>
              <a:off x="3918914" y="2116405"/>
              <a:ext cx="114840" cy="12600"/>
            </p14:xfrm>
          </p:contentPart>
        </mc:Choice>
        <mc:Fallback xmlns="">
          <p:pic>
            <p:nvPicPr>
              <p:cNvPr id="4" name="Ink 3"/>
              <p:cNvPicPr/>
              <p:nvPr/>
            </p:nvPicPr>
            <p:blipFill>
              <a:blip r:embed="rId13"/>
              <a:stretch>
                <a:fillRect/>
              </a:stretch>
            </p:blipFill>
            <p:spPr>
              <a:xfrm>
                <a:off x="3908114" y="2105605"/>
                <a:ext cx="1364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 name="Ink 4"/>
              <p14:cNvContentPartPr/>
              <p14:nvPr/>
            </p14:nvContentPartPr>
            <p14:xfrm>
              <a:off x="4107194" y="2031445"/>
              <a:ext cx="18720" cy="201960"/>
            </p14:xfrm>
          </p:contentPart>
        </mc:Choice>
        <mc:Fallback xmlns="">
          <p:pic>
            <p:nvPicPr>
              <p:cNvPr id="5" name="Ink 4"/>
              <p:cNvPicPr/>
              <p:nvPr/>
            </p:nvPicPr>
            <p:blipFill>
              <a:blip r:embed="rId15"/>
              <a:stretch>
                <a:fillRect/>
              </a:stretch>
            </p:blipFill>
            <p:spPr>
              <a:xfrm>
                <a:off x="4096754" y="2020645"/>
                <a:ext cx="399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Ink 5"/>
              <p14:cNvContentPartPr/>
              <p14:nvPr/>
            </p14:nvContentPartPr>
            <p14:xfrm>
              <a:off x="3235479" y="3051710"/>
              <a:ext cx="47520" cy="105480"/>
            </p14:xfrm>
          </p:contentPart>
        </mc:Choice>
        <mc:Fallback xmlns="">
          <p:pic>
            <p:nvPicPr>
              <p:cNvPr id="6" name="Ink 5"/>
              <p:cNvPicPr/>
              <p:nvPr/>
            </p:nvPicPr>
            <p:blipFill>
              <a:blip r:embed="rId17"/>
              <a:stretch>
                <a:fillRect/>
              </a:stretch>
            </p:blipFill>
            <p:spPr>
              <a:xfrm>
                <a:off x="3224679" y="3041270"/>
                <a:ext cx="687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Ink 6"/>
              <p14:cNvContentPartPr/>
              <p14:nvPr/>
            </p14:nvContentPartPr>
            <p14:xfrm>
              <a:off x="3199479" y="3090230"/>
              <a:ext cx="77400" cy="69120"/>
            </p14:xfrm>
          </p:contentPart>
        </mc:Choice>
        <mc:Fallback xmlns="">
          <p:pic>
            <p:nvPicPr>
              <p:cNvPr id="7" name="Ink 6"/>
              <p:cNvPicPr/>
              <p:nvPr/>
            </p:nvPicPr>
            <p:blipFill>
              <a:blip r:embed="rId19"/>
              <a:stretch>
                <a:fillRect/>
              </a:stretch>
            </p:blipFill>
            <p:spPr>
              <a:xfrm>
                <a:off x="3188679" y="3079430"/>
                <a:ext cx="986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 name="Ink 7"/>
              <p14:cNvContentPartPr/>
              <p14:nvPr/>
            </p14:nvContentPartPr>
            <p14:xfrm>
              <a:off x="3306759" y="3110390"/>
              <a:ext cx="38880" cy="60120"/>
            </p14:xfrm>
          </p:contentPart>
        </mc:Choice>
        <mc:Fallback xmlns="">
          <p:pic>
            <p:nvPicPr>
              <p:cNvPr id="8" name="Ink 7"/>
              <p:cNvPicPr/>
              <p:nvPr/>
            </p:nvPicPr>
            <p:blipFill>
              <a:blip r:embed="rId21"/>
              <a:stretch>
                <a:fillRect/>
              </a:stretch>
            </p:blipFill>
            <p:spPr>
              <a:xfrm>
                <a:off x="3295959" y="3099590"/>
                <a:ext cx="601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Ink 8"/>
              <p14:cNvContentPartPr/>
              <p14:nvPr/>
            </p14:nvContentPartPr>
            <p14:xfrm>
              <a:off x="3340959" y="3114350"/>
              <a:ext cx="42840" cy="54720"/>
            </p14:xfrm>
          </p:contentPart>
        </mc:Choice>
        <mc:Fallback xmlns="">
          <p:pic>
            <p:nvPicPr>
              <p:cNvPr id="9" name="Ink 8"/>
              <p:cNvPicPr/>
              <p:nvPr/>
            </p:nvPicPr>
            <p:blipFill>
              <a:blip r:embed="rId23"/>
              <a:stretch>
                <a:fillRect/>
              </a:stretch>
            </p:blipFill>
            <p:spPr>
              <a:xfrm>
                <a:off x="3330519" y="3103550"/>
                <a:ext cx="644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 name="Ink 9"/>
              <p14:cNvContentPartPr/>
              <p14:nvPr/>
            </p14:nvContentPartPr>
            <p14:xfrm>
              <a:off x="3388119" y="3110390"/>
              <a:ext cx="44280" cy="56520"/>
            </p14:xfrm>
          </p:contentPart>
        </mc:Choice>
        <mc:Fallback xmlns="">
          <p:pic>
            <p:nvPicPr>
              <p:cNvPr id="10" name="Ink 9"/>
              <p:cNvPicPr/>
              <p:nvPr/>
            </p:nvPicPr>
            <p:blipFill>
              <a:blip r:embed="rId25"/>
              <a:stretch>
                <a:fillRect/>
              </a:stretch>
            </p:blipFill>
            <p:spPr>
              <a:xfrm>
                <a:off x="3377319" y="3099590"/>
                <a:ext cx="658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 name="Ink 11"/>
              <p14:cNvContentPartPr/>
              <p14:nvPr/>
            </p14:nvContentPartPr>
            <p14:xfrm>
              <a:off x="3452199" y="3092030"/>
              <a:ext cx="6480" cy="77400"/>
            </p14:xfrm>
          </p:contentPart>
        </mc:Choice>
        <mc:Fallback xmlns="">
          <p:pic>
            <p:nvPicPr>
              <p:cNvPr id="12" name="Ink 11"/>
              <p:cNvPicPr/>
              <p:nvPr/>
            </p:nvPicPr>
            <p:blipFill>
              <a:blip r:embed="rId27"/>
              <a:stretch>
                <a:fillRect/>
              </a:stretch>
            </p:blipFill>
            <p:spPr>
              <a:xfrm>
                <a:off x="3441759" y="3081590"/>
                <a:ext cx="277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Ink 12"/>
              <p14:cNvContentPartPr/>
              <p14:nvPr/>
            </p14:nvContentPartPr>
            <p14:xfrm>
              <a:off x="3506919" y="3077990"/>
              <a:ext cx="46800" cy="30600"/>
            </p14:xfrm>
          </p:contentPart>
        </mc:Choice>
        <mc:Fallback xmlns="">
          <p:pic>
            <p:nvPicPr>
              <p:cNvPr id="13" name="Ink 12"/>
              <p:cNvPicPr/>
              <p:nvPr/>
            </p:nvPicPr>
            <p:blipFill>
              <a:blip r:embed="rId29"/>
              <a:stretch>
                <a:fillRect/>
              </a:stretch>
            </p:blipFill>
            <p:spPr>
              <a:xfrm>
                <a:off x="3496119" y="3067190"/>
                <a:ext cx="684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Ink 13"/>
              <p14:cNvContentPartPr/>
              <p14:nvPr/>
            </p14:nvContentPartPr>
            <p14:xfrm>
              <a:off x="3642639" y="3080150"/>
              <a:ext cx="50760" cy="8280"/>
            </p14:xfrm>
          </p:contentPart>
        </mc:Choice>
        <mc:Fallback xmlns="">
          <p:pic>
            <p:nvPicPr>
              <p:cNvPr id="14" name="Ink 13"/>
              <p:cNvPicPr/>
              <p:nvPr/>
            </p:nvPicPr>
            <p:blipFill>
              <a:blip r:embed="rId31"/>
              <a:stretch>
                <a:fillRect/>
              </a:stretch>
            </p:blipFill>
            <p:spPr>
              <a:xfrm>
                <a:off x="3632199" y="3069350"/>
                <a:ext cx="72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 name="Ink 14"/>
              <p14:cNvContentPartPr/>
              <p14:nvPr/>
            </p14:nvContentPartPr>
            <p14:xfrm>
              <a:off x="3703479" y="3039470"/>
              <a:ext cx="79200" cy="109800"/>
            </p14:xfrm>
          </p:contentPart>
        </mc:Choice>
        <mc:Fallback xmlns="">
          <p:pic>
            <p:nvPicPr>
              <p:cNvPr id="15" name="Ink 14"/>
              <p:cNvPicPr/>
              <p:nvPr/>
            </p:nvPicPr>
            <p:blipFill>
              <a:blip r:embed="rId33"/>
              <a:stretch>
                <a:fillRect/>
              </a:stretch>
            </p:blipFill>
            <p:spPr>
              <a:xfrm>
                <a:off x="3692679" y="3028670"/>
                <a:ext cx="10044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 name="Ink 15"/>
              <p14:cNvContentPartPr/>
              <p14:nvPr/>
            </p14:nvContentPartPr>
            <p14:xfrm>
              <a:off x="3786279" y="3126590"/>
              <a:ext cx="2520" cy="2520"/>
            </p14:xfrm>
          </p:contentPart>
        </mc:Choice>
        <mc:Fallback xmlns="">
          <p:pic>
            <p:nvPicPr>
              <p:cNvPr id="16" name="Ink 15"/>
              <p:cNvPicPr/>
              <p:nvPr/>
            </p:nvPicPr>
            <p:blipFill>
              <a:blip r:embed="rId35"/>
              <a:stretch>
                <a:fillRect/>
              </a:stretch>
            </p:blipFill>
            <p:spPr>
              <a:xfrm>
                <a:off x="3775479" y="3115790"/>
                <a:ext cx="23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p14:cNvContentPartPr/>
              <p14:nvPr/>
            </p14:nvContentPartPr>
            <p14:xfrm>
              <a:off x="3822639" y="3035510"/>
              <a:ext cx="65160" cy="119880"/>
            </p14:xfrm>
          </p:contentPart>
        </mc:Choice>
        <mc:Fallback xmlns="">
          <p:pic>
            <p:nvPicPr>
              <p:cNvPr id="19" name="Ink 18"/>
              <p:cNvPicPr/>
              <p:nvPr/>
            </p:nvPicPr>
            <p:blipFill>
              <a:blip r:embed="rId37"/>
              <a:stretch>
                <a:fillRect/>
              </a:stretch>
            </p:blipFill>
            <p:spPr>
              <a:xfrm>
                <a:off x="3811839" y="3024710"/>
                <a:ext cx="864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p14:cNvContentPartPr/>
              <p14:nvPr/>
            </p14:nvContentPartPr>
            <p14:xfrm>
              <a:off x="3300639" y="3996710"/>
              <a:ext cx="48960" cy="115560"/>
            </p14:xfrm>
          </p:contentPart>
        </mc:Choice>
        <mc:Fallback xmlns="">
          <p:pic>
            <p:nvPicPr>
              <p:cNvPr id="20" name="Ink 19"/>
              <p:cNvPicPr/>
              <p:nvPr/>
            </p:nvPicPr>
            <p:blipFill>
              <a:blip r:embed="rId39"/>
              <a:stretch>
                <a:fillRect/>
              </a:stretch>
            </p:blipFill>
            <p:spPr>
              <a:xfrm>
                <a:off x="3289839" y="3985910"/>
                <a:ext cx="702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p14:cNvContentPartPr/>
              <p14:nvPr/>
            </p14:nvContentPartPr>
            <p14:xfrm>
              <a:off x="3268239" y="4069430"/>
              <a:ext cx="79200" cy="85320"/>
            </p14:xfrm>
          </p:contentPart>
        </mc:Choice>
        <mc:Fallback xmlns="">
          <p:pic>
            <p:nvPicPr>
              <p:cNvPr id="21" name="Ink 20"/>
              <p:cNvPicPr/>
              <p:nvPr/>
            </p:nvPicPr>
            <p:blipFill>
              <a:blip r:embed="rId41"/>
              <a:stretch>
                <a:fillRect/>
              </a:stretch>
            </p:blipFill>
            <p:spPr>
              <a:xfrm>
                <a:off x="3257439" y="4058990"/>
                <a:ext cx="1008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Ink 21"/>
              <p14:cNvContentPartPr/>
              <p14:nvPr/>
            </p14:nvContentPartPr>
            <p14:xfrm>
              <a:off x="3373359" y="4077710"/>
              <a:ext cx="52920" cy="65880"/>
            </p14:xfrm>
          </p:contentPart>
        </mc:Choice>
        <mc:Fallback xmlns="">
          <p:pic>
            <p:nvPicPr>
              <p:cNvPr id="22" name="Ink 21"/>
              <p:cNvPicPr/>
              <p:nvPr/>
            </p:nvPicPr>
            <p:blipFill>
              <a:blip r:embed="rId43"/>
              <a:stretch>
                <a:fillRect/>
              </a:stretch>
            </p:blipFill>
            <p:spPr>
              <a:xfrm>
                <a:off x="3362559" y="4066910"/>
                <a:ext cx="745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Ink 22"/>
              <p14:cNvContentPartPr/>
              <p14:nvPr/>
            </p14:nvContentPartPr>
            <p14:xfrm>
              <a:off x="3424119" y="4063670"/>
              <a:ext cx="56880" cy="81000"/>
            </p14:xfrm>
          </p:contentPart>
        </mc:Choice>
        <mc:Fallback xmlns="">
          <p:pic>
            <p:nvPicPr>
              <p:cNvPr id="23" name="Ink 22"/>
              <p:cNvPicPr/>
              <p:nvPr/>
            </p:nvPicPr>
            <p:blipFill>
              <a:blip r:embed="rId45"/>
              <a:stretch>
                <a:fillRect/>
              </a:stretch>
            </p:blipFill>
            <p:spPr>
              <a:xfrm>
                <a:off x="3413319" y="4053230"/>
                <a:ext cx="784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Ink 23"/>
              <p14:cNvContentPartPr/>
              <p14:nvPr/>
            </p14:nvContentPartPr>
            <p14:xfrm>
              <a:off x="3488919" y="4073750"/>
              <a:ext cx="45000" cy="63000"/>
            </p14:xfrm>
          </p:contentPart>
        </mc:Choice>
        <mc:Fallback xmlns="">
          <p:pic>
            <p:nvPicPr>
              <p:cNvPr id="24" name="Ink 23"/>
              <p:cNvPicPr/>
              <p:nvPr/>
            </p:nvPicPr>
            <p:blipFill>
              <a:blip r:embed="rId47"/>
              <a:stretch>
                <a:fillRect/>
              </a:stretch>
            </p:blipFill>
            <p:spPr>
              <a:xfrm>
                <a:off x="3478119" y="4062950"/>
                <a:ext cx="662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5" name="Ink 24"/>
              <p14:cNvContentPartPr/>
              <p14:nvPr/>
            </p14:nvContentPartPr>
            <p14:xfrm>
              <a:off x="3561639" y="4042070"/>
              <a:ext cx="12600" cy="86400"/>
            </p14:xfrm>
          </p:contentPart>
        </mc:Choice>
        <mc:Fallback xmlns="">
          <p:pic>
            <p:nvPicPr>
              <p:cNvPr id="25" name="Ink 24"/>
              <p:cNvPicPr/>
              <p:nvPr/>
            </p:nvPicPr>
            <p:blipFill>
              <a:blip r:embed="rId49"/>
              <a:stretch>
                <a:fillRect/>
              </a:stretch>
            </p:blipFill>
            <p:spPr>
              <a:xfrm>
                <a:off x="3550839" y="4031630"/>
                <a:ext cx="338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Ink 25"/>
              <p14:cNvContentPartPr/>
              <p14:nvPr/>
            </p14:nvContentPartPr>
            <p14:xfrm>
              <a:off x="3612399" y="4045310"/>
              <a:ext cx="51120" cy="32760"/>
            </p14:xfrm>
          </p:contentPart>
        </mc:Choice>
        <mc:Fallback xmlns="">
          <p:pic>
            <p:nvPicPr>
              <p:cNvPr id="26" name="Ink 25"/>
              <p:cNvPicPr/>
              <p:nvPr/>
            </p:nvPicPr>
            <p:blipFill>
              <a:blip r:embed="rId51"/>
              <a:stretch>
                <a:fillRect/>
              </a:stretch>
            </p:blipFill>
            <p:spPr>
              <a:xfrm>
                <a:off x="3601599" y="4034510"/>
                <a:ext cx="723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Ink 26"/>
              <p14:cNvContentPartPr/>
              <p14:nvPr/>
            </p14:nvContentPartPr>
            <p14:xfrm>
              <a:off x="3727599" y="4031270"/>
              <a:ext cx="79200" cy="97200"/>
            </p14:xfrm>
          </p:contentPart>
        </mc:Choice>
        <mc:Fallback xmlns="">
          <p:pic>
            <p:nvPicPr>
              <p:cNvPr id="27" name="Ink 26"/>
              <p:cNvPicPr/>
              <p:nvPr/>
            </p:nvPicPr>
            <p:blipFill>
              <a:blip r:embed="rId53"/>
              <a:stretch>
                <a:fillRect/>
              </a:stretch>
            </p:blipFill>
            <p:spPr>
              <a:xfrm>
                <a:off x="3716799" y="4020470"/>
                <a:ext cx="1008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8" name="Ink 27"/>
              <p14:cNvContentPartPr/>
              <p14:nvPr/>
            </p14:nvContentPartPr>
            <p14:xfrm>
              <a:off x="3823719" y="4107950"/>
              <a:ext cx="5400" cy="8280"/>
            </p14:xfrm>
          </p:contentPart>
        </mc:Choice>
        <mc:Fallback xmlns="">
          <p:pic>
            <p:nvPicPr>
              <p:cNvPr id="28" name="Ink 27"/>
              <p:cNvPicPr/>
              <p:nvPr/>
            </p:nvPicPr>
            <p:blipFill>
              <a:blip r:embed="rId55"/>
              <a:stretch>
                <a:fillRect/>
              </a:stretch>
            </p:blipFill>
            <p:spPr>
              <a:xfrm>
                <a:off x="3813279" y="4097510"/>
                <a:ext cx="266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9" name="Ink 28"/>
              <p14:cNvContentPartPr/>
              <p14:nvPr/>
            </p14:nvContentPartPr>
            <p14:xfrm>
              <a:off x="3881319" y="4021190"/>
              <a:ext cx="52920" cy="133920"/>
            </p14:xfrm>
          </p:contentPart>
        </mc:Choice>
        <mc:Fallback xmlns="">
          <p:pic>
            <p:nvPicPr>
              <p:cNvPr id="29" name="Ink 28"/>
              <p:cNvPicPr/>
              <p:nvPr/>
            </p:nvPicPr>
            <p:blipFill>
              <a:blip r:embed="rId57"/>
              <a:stretch>
                <a:fillRect/>
              </a:stretch>
            </p:blipFill>
            <p:spPr>
              <a:xfrm>
                <a:off x="3870519" y="4010390"/>
                <a:ext cx="74520" cy="155160"/>
              </a:xfrm>
              <a:prstGeom prst="rect">
                <a:avLst/>
              </a:prstGeom>
            </p:spPr>
          </p:pic>
        </mc:Fallback>
      </mc:AlternateContent>
    </p:spTree>
    <p:extLst>
      <p:ext uri="{BB962C8B-B14F-4D97-AF65-F5344CB8AC3E}">
        <p14:creationId xmlns:p14="http://schemas.microsoft.com/office/powerpoint/2010/main" val="1290865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A=0.01 solution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176" y="1417638"/>
            <a:ext cx="3591723" cy="529501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8812" y="2636873"/>
            <a:ext cx="4973801" cy="2835011"/>
          </a:xfrm>
          <a:prstGeom prst="rect">
            <a:avLst/>
          </a:prstGeom>
        </p:spPr>
      </p:pic>
    </p:spTree>
    <p:extLst>
      <p:ext uri="{BB962C8B-B14F-4D97-AF65-F5344CB8AC3E}">
        <p14:creationId xmlns:p14="http://schemas.microsoft.com/office/powerpoint/2010/main" val="821767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A=-0.01 solution</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201632"/>
            <a:ext cx="2697610" cy="558193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2929" y="2366407"/>
            <a:ext cx="5787051" cy="3252387"/>
          </a:xfrm>
          <a:prstGeom prst="rect">
            <a:avLst/>
          </a:prstGeom>
        </p:spPr>
      </p:pic>
    </p:spTree>
    <p:extLst>
      <p:ext uri="{BB962C8B-B14F-4D97-AF65-F5344CB8AC3E}">
        <p14:creationId xmlns:p14="http://schemas.microsoft.com/office/powerpoint/2010/main" val="436849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HW</a:t>
            </a:r>
            <a:endParaRPr lang="en-US" dirty="0"/>
          </a:p>
        </p:txBody>
      </p:sp>
      <p:sp>
        <p:nvSpPr>
          <p:cNvPr id="3" name="Content Placeholder 2"/>
          <p:cNvSpPr>
            <a:spLocks noGrp="1"/>
          </p:cNvSpPr>
          <p:nvPr>
            <p:ph idx="1"/>
          </p:nvPr>
        </p:nvSpPr>
        <p:spPr/>
        <p:txBody>
          <a:bodyPr/>
          <a:lstStyle/>
          <a:p>
            <a:r>
              <a:rPr lang="en-US" dirty="0" smtClean="0"/>
              <a:t>Base a problem on Herb Levine’s 2017 NJP article about Min proteins.</a:t>
            </a:r>
          </a:p>
          <a:p>
            <a:endParaRPr lang="en-US" dirty="0"/>
          </a:p>
          <a:p>
            <a:r>
              <a:rPr lang="en-US" dirty="0" smtClean="0"/>
              <a:t>Or alternatively, pick one of the Morphogen papers and have them simulate the gradients that result under </a:t>
            </a:r>
            <a:r>
              <a:rPr lang="en-US" smtClean="0"/>
              <a:t>different conditions.</a:t>
            </a:r>
            <a:endParaRPr lang="en-US" dirty="0"/>
          </a:p>
        </p:txBody>
      </p:sp>
    </p:spTree>
    <p:extLst>
      <p:ext uri="{BB962C8B-B14F-4D97-AF65-F5344CB8AC3E}">
        <p14:creationId xmlns:p14="http://schemas.microsoft.com/office/powerpoint/2010/main" val="1623440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OfficeLight_16x9</Template>
  <TotalTime>25522</TotalTime>
  <Words>1934</Words>
  <Application>Microsoft Macintosh PowerPoint</Application>
  <PresentationFormat>On-screen Show (4:3)</PresentationFormat>
  <Paragraphs>91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Symbol</vt:lpstr>
      <vt:lpstr>Arial</vt:lpstr>
      <vt:lpstr>Office Theme</vt:lpstr>
      <vt:lpstr>HW 4</vt:lpstr>
      <vt:lpstr>HW 1 – Notch Delta</vt:lpstr>
      <vt:lpstr>Results</vt:lpstr>
      <vt:lpstr>HW 2 – Notch / Delta (2)  8122 Students</vt:lpstr>
      <vt:lpstr>PowerPoint Presentation</vt:lpstr>
      <vt:lpstr>Results</vt:lpstr>
      <vt:lpstr>Results</vt:lpstr>
      <vt:lpstr>HW 3: Patterning in Cell Polarity</vt:lpstr>
      <vt:lpstr>HW 3: Patterning in Cell Polarity</vt:lpstr>
      <vt:lpstr>Results</vt:lpstr>
      <vt:lpstr>Results: Rac / Rho / space</vt:lpstr>
      <vt:lpstr>HW 4– FitzHugh Nagumo</vt:lpstr>
      <vt:lpstr>Examples (not from the same sim)</vt:lpstr>
      <vt:lpstr>Solution</vt:lpstr>
      <vt:lpstr>A=0.01 solution</vt:lpstr>
      <vt:lpstr>A=-0.01 solution</vt:lpstr>
      <vt:lpstr>HW</vt:lpstr>
    </vt:vector>
  </TitlesOfParts>
  <Company>Vanderbilt University</Company>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 3122 / 8122 Physics of Living Systems</dc:title>
  <dc:creator>William Holmes</dc:creator>
  <cp:lastModifiedBy>William Holmes</cp:lastModifiedBy>
  <cp:revision>1421</cp:revision>
  <cp:lastPrinted>2017-04-07T17:51:26Z</cp:lastPrinted>
  <dcterms:created xsi:type="dcterms:W3CDTF">2016-11-09T21:23:40Z</dcterms:created>
  <dcterms:modified xsi:type="dcterms:W3CDTF">2018-04-30T18:42:39Z</dcterms:modified>
</cp:coreProperties>
</file>